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8" r:id="rId11"/>
    <p:sldId id="269" r:id="rId12"/>
    <p:sldId id="270" r:id="rId13"/>
    <p:sldId id="271" r:id="rId14"/>
    <p:sldId id="265" r:id="rId15"/>
    <p:sldId id="266"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3" d="100"/>
          <a:sy n="63" d="100"/>
        </p:scale>
        <p:origin x="138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8.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_rels/drawing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8.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4C2870-C33A-4DC0-B95B-2836482B202E}" type="doc">
      <dgm:prSet loTypeId="urn:microsoft.com/office/officeart/2005/8/layout/vProcess5" loCatId="process" qsTypeId="urn:microsoft.com/office/officeart/2005/8/quickstyle/simple4" qsCatId="simple" csTypeId="urn:microsoft.com/office/officeart/2005/8/colors/colorful5" csCatId="colorful" phldr="1"/>
      <dgm:spPr/>
      <dgm:t>
        <a:bodyPr/>
        <a:lstStyle/>
        <a:p>
          <a:endParaRPr lang="en-US"/>
        </a:p>
      </dgm:t>
    </dgm:pt>
    <dgm:pt modelId="{FEF9503A-E85A-41E9-89A3-C55DCB612368}">
      <dgm:prSet/>
      <dgm:spPr/>
      <dgm:t>
        <a:bodyPr/>
        <a:lstStyle/>
        <a:p>
          <a:r>
            <a:rPr lang="en-US"/>
            <a:t>• Build a YOLOv3-based object detector for text regions.</a:t>
          </a:r>
        </a:p>
      </dgm:t>
    </dgm:pt>
    <dgm:pt modelId="{1A1EB829-181C-4F30-8A6F-E924C5FE9987}" type="parTrans" cxnId="{FE5BE661-EF94-4696-9EF9-E853DB39163F}">
      <dgm:prSet/>
      <dgm:spPr/>
      <dgm:t>
        <a:bodyPr/>
        <a:lstStyle/>
        <a:p>
          <a:endParaRPr lang="en-US"/>
        </a:p>
      </dgm:t>
    </dgm:pt>
    <dgm:pt modelId="{920DAE7F-9FC6-4B22-B441-EC12647A461E}" type="sibTrans" cxnId="{FE5BE661-EF94-4696-9EF9-E853DB39163F}">
      <dgm:prSet/>
      <dgm:spPr/>
      <dgm:t>
        <a:bodyPr/>
        <a:lstStyle/>
        <a:p>
          <a:endParaRPr lang="en-US"/>
        </a:p>
      </dgm:t>
    </dgm:pt>
    <dgm:pt modelId="{496A94A5-54B7-43E9-97A3-71FA1FA3B564}">
      <dgm:prSet/>
      <dgm:spPr/>
      <dgm:t>
        <a:bodyPr/>
        <a:lstStyle/>
        <a:p>
          <a:r>
            <a:rPr lang="en-US" dirty="0"/>
            <a:t>• Extract detected regions and preprocess them for OCR.</a:t>
          </a:r>
        </a:p>
      </dgm:t>
    </dgm:pt>
    <dgm:pt modelId="{A72DFCC9-C9A2-4190-A239-2713C9529BBB}" type="parTrans" cxnId="{CE59415B-777E-4474-AA1F-E6C1EBD87B03}">
      <dgm:prSet/>
      <dgm:spPr/>
      <dgm:t>
        <a:bodyPr/>
        <a:lstStyle/>
        <a:p>
          <a:endParaRPr lang="en-US"/>
        </a:p>
      </dgm:t>
    </dgm:pt>
    <dgm:pt modelId="{83CF4258-18B5-45D0-AE4A-7351B8226527}" type="sibTrans" cxnId="{CE59415B-777E-4474-AA1F-E6C1EBD87B03}">
      <dgm:prSet/>
      <dgm:spPr/>
      <dgm:t>
        <a:bodyPr/>
        <a:lstStyle/>
        <a:p>
          <a:endParaRPr lang="en-US"/>
        </a:p>
      </dgm:t>
    </dgm:pt>
    <dgm:pt modelId="{3AEFCAB5-5DAB-4591-AA29-F52B73F00859}">
      <dgm:prSet/>
      <dgm:spPr/>
      <dgm:t>
        <a:bodyPr/>
        <a:lstStyle/>
        <a:p>
          <a:r>
            <a:rPr lang="en-US"/>
            <a:t>• Use Tesseract to convert image text into editable format.</a:t>
          </a:r>
        </a:p>
      </dgm:t>
    </dgm:pt>
    <dgm:pt modelId="{D3E32843-370B-4290-B53A-3C69FF3C1667}" type="parTrans" cxnId="{4B8A1989-A9F6-49A9-AB4E-48006D4615BD}">
      <dgm:prSet/>
      <dgm:spPr/>
      <dgm:t>
        <a:bodyPr/>
        <a:lstStyle/>
        <a:p>
          <a:endParaRPr lang="en-US"/>
        </a:p>
      </dgm:t>
    </dgm:pt>
    <dgm:pt modelId="{B1156C43-F125-4825-A2A4-16C594E48497}" type="sibTrans" cxnId="{4B8A1989-A9F6-49A9-AB4E-48006D4615BD}">
      <dgm:prSet/>
      <dgm:spPr/>
      <dgm:t>
        <a:bodyPr/>
        <a:lstStyle/>
        <a:p>
          <a:endParaRPr lang="en-US"/>
        </a:p>
      </dgm:t>
    </dgm:pt>
    <dgm:pt modelId="{7CCCB27D-FF3C-400E-B093-12ADC527A14E}">
      <dgm:prSet/>
      <dgm:spPr/>
      <dgm:t>
        <a:bodyPr/>
        <a:lstStyle/>
        <a:p>
          <a:r>
            <a:rPr lang="en-US" dirty="0"/>
            <a:t>• Deploy and automate the workflow using Colab</a:t>
          </a:r>
        </a:p>
      </dgm:t>
    </dgm:pt>
    <dgm:pt modelId="{3CAAFD3C-46D6-4E7F-B007-BE2C0A1553BF}" type="parTrans" cxnId="{A34EE1C2-7B69-4871-8BFA-8158C4F2F913}">
      <dgm:prSet/>
      <dgm:spPr/>
      <dgm:t>
        <a:bodyPr/>
        <a:lstStyle/>
        <a:p>
          <a:endParaRPr lang="en-US"/>
        </a:p>
      </dgm:t>
    </dgm:pt>
    <dgm:pt modelId="{FB61241A-3BFB-4E0A-8589-B2DBE565137F}" type="sibTrans" cxnId="{A34EE1C2-7B69-4871-8BFA-8158C4F2F913}">
      <dgm:prSet/>
      <dgm:spPr/>
      <dgm:t>
        <a:bodyPr/>
        <a:lstStyle/>
        <a:p>
          <a:endParaRPr lang="en-US"/>
        </a:p>
      </dgm:t>
    </dgm:pt>
    <dgm:pt modelId="{3EC19E18-F846-4039-84EF-E4178E698369}">
      <dgm:prSet/>
      <dgm:spPr/>
      <dgm:t>
        <a:bodyPr/>
        <a:lstStyle/>
        <a:p>
          <a:r>
            <a:rPr lang="en-US"/>
            <a:t>• Evaluate accuracy and optimize model performance.</a:t>
          </a:r>
        </a:p>
      </dgm:t>
    </dgm:pt>
    <dgm:pt modelId="{A235DF41-BCA6-495E-90CB-21ACF5F549D1}" type="parTrans" cxnId="{A14A4C9F-F736-4489-8498-56D2904F9DEE}">
      <dgm:prSet/>
      <dgm:spPr/>
      <dgm:t>
        <a:bodyPr/>
        <a:lstStyle/>
        <a:p>
          <a:endParaRPr lang="en-US"/>
        </a:p>
      </dgm:t>
    </dgm:pt>
    <dgm:pt modelId="{DABB4116-15DB-4EB0-B38F-ED6AD402BB1C}" type="sibTrans" cxnId="{A14A4C9F-F736-4489-8498-56D2904F9DEE}">
      <dgm:prSet/>
      <dgm:spPr/>
      <dgm:t>
        <a:bodyPr/>
        <a:lstStyle/>
        <a:p>
          <a:endParaRPr lang="en-US"/>
        </a:p>
      </dgm:t>
    </dgm:pt>
    <dgm:pt modelId="{6DB7EDCC-D8F4-4E3F-809C-BBDBC0C52552}" type="pres">
      <dgm:prSet presAssocID="{224C2870-C33A-4DC0-B95B-2836482B202E}" presName="outerComposite" presStyleCnt="0">
        <dgm:presLayoutVars>
          <dgm:chMax val="5"/>
          <dgm:dir/>
          <dgm:resizeHandles val="exact"/>
        </dgm:presLayoutVars>
      </dgm:prSet>
      <dgm:spPr/>
    </dgm:pt>
    <dgm:pt modelId="{868AB821-26EE-4557-B739-E194AB9C64EA}" type="pres">
      <dgm:prSet presAssocID="{224C2870-C33A-4DC0-B95B-2836482B202E}" presName="dummyMaxCanvas" presStyleCnt="0">
        <dgm:presLayoutVars/>
      </dgm:prSet>
      <dgm:spPr/>
    </dgm:pt>
    <dgm:pt modelId="{48F2D1A6-E4E5-4310-ADFB-142B111CC957}" type="pres">
      <dgm:prSet presAssocID="{224C2870-C33A-4DC0-B95B-2836482B202E}" presName="FiveNodes_1" presStyleLbl="node1" presStyleIdx="0" presStyleCnt="5">
        <dgm:presLayoutVars>
          <dgm:bulletEnabled val="1"/>
        </dgm:presLayoutVars>
      </dgm:prSet>
      <dgm:spPr/>
    </dgm:pt>
    <dgm:pt modelId="{EEC90FC7-07D3-45BA-BB1B-2E784CCE4EAC}" type="pres">
      <dgm:prSet presAssocID="{224C2870-C33A-4DC0-B95B-2836482B202E}" presName="FiveNodes_2" presStyleLbl="node1" presStyleIdx="1" presStyleCnt="5">
        <dgm:presLayoutVars>
          <dgm:bulletEnabled val="1"/>
        </dgm:presLayoutVars>
      </dgm:prSet>
      <dgm:spPr/>
    </dgm:pt>
    <dgm:pt modelId="{10EBBDBB-84BC-40E5-92C7-065F347AD1AF}" type="pres">
      <dgm:prSet presAssocID="{224C2870-C33A-4DC0-B95B-2836482B202E}" presName="FiveNodes_3" presStyleLbl="node1" presStyleIdx="2" presStyleCnt="5">
        <dgm:presLayoutVars>
          <dgm:bulletEnabled val="1"/>
        </dgm:presLayoutVars>
      </dgm:prSet>
      <dgm:spPr/>
    </dgm:pt>
    <dgm:pt modelId="{C1A39E23-4FD4-41CB-B891-3E502E67E81B}" type="pres">
      <dgm:prSet presAssocID="{224C2870-C33A-4DC0-B95B-2836482B202E}" presName="FiveNodes_4" presStyleLbl="node1" presStyleIdx="3" presStyleCnt="5">
        <dgm:presLayoutVars>
          <dgm:bulletEnabled val="1"/>
        </dgm:presLayoutVars>
      </dgm:prSet>
      <dgm:spPr/>
    </dgm:pt>
    <dgm:pt modelId="{F54DD273-790E-4D70-9B41-C154E35FD25B}" type="pres">
      <dgm:prSet presAssocID="{224C2870-C33A-4DC0-B95B-2836482B202E}" presName="FiveNodes_5" presStyleLbl="node1" presStyleIdx="4" presStyleCnt="5">
        <dgm:presLayoutVars>
          <dgm:bulletEnabled val="1"/>
        </dgm:presLayoutVars>
      </dgm:prSet>
      <dgm:spPr/>
    </dgm:pt>
    <dgm:pt modelId="{0D6D2DD3-4445-4EE5-B728-1012598B81C6}" type="pres">
      <dgm:prSet presAssocID="{224C2870-C33A-4DC0-B95B-2836482B202E}" presName="FiveConn_1-2" presStyleLbl="fgAccFollowNode1" presStyleIdx="0" presStyleCnt="4">
        <dgm:presLayoutVars>
          <dgm:bulletEnabled val="1"/>
        </dgm:presLayoutVars>
      </dgm:prSet>
      <dgm:spPr/>
    </dgm:pt>
    <dgm:pt modelId="{FFDE6E22-9C96-43B0-8688-2171A9A40CD7}" type="pres">
      <dgm:prSet presAssocID="{224C2870-C33A-4DC0-B95B-2836482B202E}" presName="FiveConn_2-3" presStyleLbl="fgAccFollowNode1" presStyleIdx="1" presStyleCnt="4">
        <dgm:presLayoutVars>
          <dgm:bulletEnabled val="1"/>
        </dgm:presLayoutVars>
      </dgm:prSet>
      <dgm:spPr/>
    </dgm:pt>
    <dgm:pt modelId="{9D3E2B2D-4253-41BF-8040-99A6C874FC8E}" type="pres">
      <dgm:prSet presAssocID="{224C2870-C33A-4DC0-B95B-2836482B202E}" presName="FiveConn_3-4" presStyleLbl="fgAccFollowNode1" presStyleIdx="2" presStyleCnt="4">
        <dgm:presLayoutVars>
          <dgm:bulletEnabled val="1"/>
        </dgm:presLayoutVars>
      </dgm:prSet>
      <dgm:spPr/>
    </dgm:pt>
    <dgm:pt modelId="{D838B8AE-65A8-45FE-9B95-06E521FBA259}" type="pres">
      <dgm:prSet presAssocID="{224C2870-C33A-4DC0-B95B-2836482B202E}" presName="FiveConn_4-5" presStyleLbl="fgAccFollowNode1" presStyleIdx="3" presStyleCnt="4">
        <dgm:presLayoutVars>
          <dgm:bulletEnabled val="1"/>
        </dgm:presLayoutVars>
      </dgm:prSet>
      <dgm:spPr/>
    </dgm:pt>
    <dgm:pt modelId="{996828C0-B48A-4F4D-A462-91BA743D5DB4}" type="pres">
      <dgm:prSet presAssocID="{224C2870-C33A-4DC0-B95B-2836482B202E}" presName="FiveNodes_1_text" presStyleLbl="node1" presStyleIdx="4" presStyleCnt="5">
        <dgm:presLayoutVars>
          <dgm:bulletEnabled val="1"/>
        </dgm:presLayoutVars>
      </dgm:prSet>
      <dgm:spPr/>
    </dgm:pt>
    <dgm:pt modelId="{2B549B2E-1FA9-4608-B0F1-0C33326FAD07}" type="pres">
      <dgm:prSet presAssocID="{224C2870-C33A-4DC0-B95B-2836482B202E}" presName="FiveNodes_2_text" presStyleLbl="node1" presStyleIdx="4" presStyleCnt="5">
        <dgm:presLayoutVars>
          <dgm:bulletEnabled val="1"/>
        </dgm:presLayoutVars>
      </dgm:prSet>
      <dgm:spPr/>
    </dgm:pt>
    <dgm:pt modelId="{C416BDDF-4879-4560-B54D-5CDB4BBB5D84}" type="pres">
      <dgm:prSet presAssocID="{224C2870-C33A-4DC0-B95B-2836482B202E}" presName="FiveNodes_3_text" presStyleLbl="node1" presStyleIdx="4" presStyleCnt="5">
        <dgm:presLayoutVars>
          <dgm:bulletEnabled val="1"/>
        </dgm:presLayoutVars>
      </dgm:prSet>
      <dgm:spPr/>
    </dgm:pt>
    <dgm:pt modelId="{59BFD745-E516-453E-804A-5BA17286DE4B}" type="pres">
      <dgm:prSet presAssocID="{224C2870-C33A-4DC0-B95B-2836482B202E}" presName="FiveNodes_4_text" presStyleLbl="node1" presStyleIdx="4" presStyleCnt="5">
        <dgm:presLayoutVars>
          <dgm:bulletEnabled val="1"/>
        </dgm:presLayoutVars>
      </dgm:prSet>
      <dgm:spPr/>
    </dgm:pt>
    <dgm:pt modelId="{08F76DDC-2DF8-4EF8-9D11-283BE2DFCBA4}" type="pres">
      <dgm:prSet presAssocID="{224C2870-C33A-4DC0-B95B-2836482B202E}" presName="FiveNodes_5_text" presStyleLbl="node1" presStyleIdx="4" presStyleCnt="5">
        <dgm:presLayoutVars>
          <dgm:bulletEnabled val="1"/>
        </dgm:presLayoutVars>
      </dgm:prSet>
      <dgm:spPr/>
    </dgm:pt>
  </dgm:ptLst>
  <dgm:cxnLst>
    <dgm:cxn modelId="{5EAD7C03-8821-4818-A5EB-B998F6081B09}" type="presOf" srcId="{FB61241A-3BFB-4E0A-8589-B2DBE565137F}" destId="{D838B8AE-65A8-45FE-9B95-06E521FBA259}" srcOrd="0" destOrd="0" presId="urn:microsoft.com/office/officeart/2005/8/layout/vProcess5"/>
    <dgm:cxn modelId="{A5D43713-102A-4971-8357-0B5CBBD65AB0}" type="presOf" srcId="{7CCCB27D-FF3C-400E-B093-12ADC527A14E}" destId="{C1A39E23-4FD4-41CB-B891-3E502E67E81B}" srcOrd="0" destOrd="0" presId="urn:microsoft.com/office/officeart/2005/8/layout/vProcess5"/>
    <dgm:cxn modelId="{DE6DD227-A99D-4AD9-B08E-E596E7781330}" type="presOf" srcId="{224C2870-C33A-4DC0-B95B-2836482B202E}" destId="{6DB7EDCC-D8F4-4E3F-809C-BBDBC0C52552}" srcOrd="0" destOrd="0" presId="urn:microsoft.com/office/officeart/2005/8/layout/vProcess5"/>
    <dgm:cxn modelId="{FF797635-256D-468A-B47B-54FFE3FC3F68}" type="presOf" srcId="{3EC19E18-F846-4039-84EF-E4178E698369}" destId="{08F76DDC-2DF8-4EF8-9D11-283BE2DFCBA4}" srcOrd="1" destOrd="0" presId="urn:microsoft.com/office/officeart/2005/8/layout/vProcess5"/>
    <dgm:cxn modelId="{A2574B3B-68FF-44B7-B0EC-C951244BC713}" type="presOf" srcId="{496A94A5-54B7-43E9-97A3-71FA1FA3B564}" destId="{2B549B2E-1FA9-4608-B0F1-0C33326FAD07}" srcOrd="1" destOrd="0" presId="urn:microsoft.com/office/officeart/2005/8/layout/vProcess5"/>
    <dgm:cxn modelId="{CE59415B-777E-4474-AA1F-E6C1EBD87B03}" srcId="{224C2870-C33A-4DC0-B95B-2836482B202E}" destId="{496A94A5-54B7-43E9-97A3-71FA1FA3B564}" srcOrd="1" destOrd="0" parTransId="{A72DFCC9-C9A2-4190-A239-2713C9529BBB}" sibTransId="{83CF4258-18B5-45D0-AE4A-7351B8226527}"/>
    <dgm:cxn modelId="{A0B63960-4ED1-4558-A8CF-6C529611A6F2}" type="presOf" srcId="{FEF9503A-E85A-41E9-89A3-C55DCB612368}" destId="{48F2D1A6-E4E5-4310-ADFB-142B111CC957}" srcOrd="0" destOrd="0" presId="urn:microsoft.com/office/officeart/2005/8/layout/vProcess5"/>
    <dgm:cxn modelId="{C6DBD660-9CC8-43B7-8F8F-9ACFBDDEB199}" type="presOf" srcId="{FEF9503A-E85A-41E9-89A3-C55DCB612368}" destId="{996828C0-B48A-4F4D-A462-91BA743D5DB4}" srcOrd="1" destOrd="0" presId="urn:microsoft.com/office/officeart/2005/8/layout/vProcess5"/>
    <dgm:cxn modelId="{FE5BE661-EF94-4696-9EF9-E853DB39163F}" srcId="{224C2870-C33A-4DC0-B95B-2836482B202E}" destId="{FEF9503A-E85A-41E9-89A3-C55DCB612368}" srcOrd="0" destOrd="0" parTransId="{1A1EB829-181C-4F30-8A6F-E924C5FE9987}" sibTransId="{920DAE7F-9FC6-4B22-B441-EC12647A461E}"/>
    <dgm:cxn modelId="{9B33E151-2878-412C-8247-B3E3F787DB1F}" type="presOf" srcId="{83CF4258-18B5-45D0-AE4A-7351B8226527}" destId="{FFDE6E22-9C96-43B0-8688-2171A9A40CD7}" srcOrd="0" destOrd="0" presId="urn:microsoft.com/office/officeart/2005/8/layout/vProcess5"/>
    <dgm:cxn modelId="{4366C85A-FE75-48F9-8C37-5024151774F8}" type="presOf" srcId="{3AEFCAB5-5DAB-4591-AA29-F52B73F00859}" destId="{C416BDDF-4879-4560-B54D-5CDB4BBB5D84}" srcOrd="1" destOrd="0" presId="urn:microsoft.com/office/officeart/2005/8/layout/vProcess5"/>
    <dgm:cxn modelId="{4B8A1989-A9F6-49A9-AB4E-48006D4615BD}" srcId="{224C2870-C33A-4DC0-B95B-2836482B202E}" destId="{3AEFCAB5-5DAB-4591-AA29-F52B73F00859}" srcOrd="2" destOrd="0" parTransId="{D3E32843-370B-4290-B53A-3C69FF3C1667}" sibTransId="{B1156C43-F125-4825-A2A4-16C594E48497}"/>
    <dgm:cxn modelId="{81125195-2F64-48AC-9903-E06C08BBA386}" type="presOf" srcId="{3EC19E18-F846-4039-84EF-E4178E698369}" destId="{F54DD273-790E-4D70-9B41-C154E35FD25B}" srcOrd="0" destOrd="0" presId="urn:microsoft.com/office/officeart/2005/8/layout/vProcess5"/>
    <dgm:cxn modelId="{A14A4C9F-F736-4489-8498-56D2904F9DEE}" srcId="{224C2870-C33A-4DC0-B95B-2836482B202E}" destId="{3EC19E18-F846-4039-84EF-E4178E698369}" srcOrd="4" destOrd="0" parTransId="{A235DF41-BCA6-495E-90CB-21ACF5F549D1}" sibTransId="{DABB4116-15DB-4EB0-B38F-ED6AD402BB1C}"/>
    <dgm:cxn modelId="{A34EE1C2-7B69-4871-8BFA-8158C4F2F913}" srcId="{224C2870-C33A-4DC0-B95B-2836482B202E}" destId="{7CCCB27D-FF3C-400E-B093-12ADC527A14E}" srcOrd="3" destOrd="0" parTransId="{3CAAFD3C-46D6-4E7F-B007-BE2C0A1553BF}" sibTransId="{FB61241A-3BFB-4E0A-8589-B2DBE565137F}"/>
    <dgm:cxn modelId="{137268C6-D255-406B-8712-C582E22E5449}" type="presOf" srcId="{B1156C43-F125-4825-A2A4-16C594E48497}" destId="{9D3E2B2D-4253-41BF-8040-99A6C874FC8E}" srcOrd="0" destOrd="0" presId="urn:microsoft.com/office/officeart/2005/8/layout/vProcess5"/>
    <dgm:cxn modelId="{C4605DCB-37D8-4267-B440-C32EB0BD5C27}" type="presOf" srcId="{496A94A5-54B7-43E9-97A3-71FA1FA3B564}" destId="{EEC90FC7-07D3-45BA-BB1B-2E784CCE4EAC}" srcOrd="0" destOrd="0" presId="urn:microsoft.com/office/officeart/2005/8/layout/vProcess5"/>
    <dgm:cxn modelId="{BF04E9CE-522E-48D9-B1FB-BF9EBBC6508E}" type="presOf" srcId="{7CCCB27D-FF3C-400E-B093-12ADC527A14E}" destId="{59BFD745-E516-453E-804A-5BA17286DE4B}" srcOrd="1" destOrd="0" presId="urn:microsoft.com/office/officeart/2005/8/layout/vProcess5"/>
    <dgm:cxn modelId="{453A5DD5-145B-4AC3-A5FD-5F5553AF2A60}" type="presOf" srcId="{3AEFCAB5-5DAB-4591-AA29-F52B73F00859}" destId="{10EBBDBB-84BC-40E5-92C7-065F347AD1AF}" srcOrd="0" destOrd="0" presId="urn:microsoft.com/office/officeart/2005/8/layout/vProcess5"/>
    <dgm:cxn modelId="{4C42B6F1-D406-460E-BDD8-C746D0258319}" type="presOf" srcId="{920DAE7F-9FC6-4B22-B441-EC12647A461E}" destId="{0D6D2DD3-4445-4EE5-B728-1012598B81C6}" srcOrd="0" destOrd="0" presId="urn:microsoft.com/office/officeart/2005/8/layout/vProcess5"/>
    <dgm:cxn modelId="{9EF8F456-507F-48A2-8971-BAEE658262FC}" type="presParOf" srcId="{6DB7EDCC-D8F4-4E3F-809C-BBDBC0C52552}" destId="{868AB821-26EE-4557-B739-E194AB9C64EA}" srcOrd="0" destOrd="0" presId="urn:microsoft.com/office/officeart/2005/8/layout/vProcess5"/>
    <dgm:cxn modelId="{11E022C3-1CDE-4470-A3AC-F3DC04626B71}" type="presParOf" srcId="{6DB7EDCC-D8F4-4E3F-809C-BBDBC0C52552}" destId="{48F2D1A6-E4E5-4310-ADFB-142B111CC957}" srcOrd="1" destOrd="0" presId="urn:microsoft.com/office/officeart/2005/8/layout/vProcess5"/>
    <dgm:cxn modelId="{A5460AD3-884A-4A6F-9D80-74D7F616D7EE}" type="presParOf" srcId="{6DB7EDCC-D8F4-4E3F-809C-BBDBC0C52552}" destId="{EEC90FC7-07D3-45BA-BB1B-2E784CCE4EAC}" srcOrd="2" destOrd="0" presId="urn:microsoft.com/office/officeart/2005/8/layout/vProcess5"/>
    <dgm:cxn modelId="{7086C52F-2F2A-4F68-96F8-3BC2C2164BAD}" type="presParOf" srcId="{6DB7EDCC-D8F4-4E3F-809C-BBDBC0C52552}" destId="{10EBBDBB-84BC-40E5-92C7-065F347AD1AF}" srcOrd="3" destOrd="0" presId="urn:microsoft.com/office/officeart/2005/8/layout/vProcess5"/>
    <dgm:cxn modelId="{2C07AE6A-CE1E-48B2-BCD9-447177F86DC3}" type="presParOf" srcId="{6DB7EDCC-D8F4-4E3F-809C-BBDBC0C52552}" destId="{C1A39E23-4FD4-41CB-B891-3E502E67E81B}" srcOrd="4" destOrd="0" presId="urn:microsoft.com/office/officeart/2005/8/layout/vProcess5"/>
    <dgm:cxn modelId="{A196F42E-4D05-4FFC-99D3-9C6C42FA3FDF}" type="presParOf" srcId="{6DB7EDCC-D8F4-4E3F-809C-BBDBC0C52552}" destId="{F54DD273-790E-4D70-9B41-C154E35FD25B}" srcOrd="5" destOrd="0" presId="urn:microsoft.com/office/officeart/2005/8/layout/vProcess5"/>
    <dgm:cxn modelId="{920EEDDB-7F9A-4017-87FE-E35A29991C33}" type="presParOf" srcId="{6DB7EDCC-D8F4-4E3F-809C-BBDBC0C52552}" destId="{0D6D2DD3-4445-4EE5-B728-1012598B81C6}" srcOrd="6" destOrd="0" presId="urn:microsoft.com/office/officeart/2005/8/layout/vProcess5"/>
    <dgm:cxn modelId="{FB65CBF7-A2D5-4485-B918-BF39710BEB16}" type="presParOf" srcId="{6DB7EDCC-D8F4-4E3F-809C-BBDBC0C52552}" destId="{FFDE6E22-9C96-43B0-8688-2171A9A40CD7}" srcOrd="7" destOrd="0" presId="urn:microsoft.com/office/officeart/2005/8/layout/vProcess5"/>
    <dgm:cxn modelId="{E8EAE161-5EDB-410C-B1A7-D6FFC1625B8B}" type="presParOf" srcId="{6DB7EDCC-D8F4-4E3F-809C-BBDBC0C52552}" destId="{9D3E2B2D-4253-41BF-8040-99A6C874FC8E}" srcOrd="8" destOrd="0" presId="urn:microsoft.com/office/officeart/2005/8/layout/vProcess5"/>
    <dgm:cxn modelId="{9CBE2EEF-1120-45F0-A825-DB6AC84DD2B3}" type="presParOf" srcId="{6DB7EDCC-D8F4-4E3F-809C-BBDBC0C52552}" destId="{D838B8AE-65A8-45FE-9B95-06E521FBA259}" srcOrd="9" destOrd="0" presId="urn:microsoft.com/office/officeart/2005/8/layout/vProcess5"/>
    <dgm:cxn modelId="{D4E4C1C7-E9F2-46EC-BFAD-0CCB8BD86F54}" type="presParOf" srcId="{6DB7EDCC-D8F4-4E3F-809C-BBDBC0C52552}" destId="{996828C0-B48A-4F4D-A462-91BA743D5DB4}" srcOrd="10" destOrd="0" presId="urn:microsoft.com/office/officeart/2005/8/layout/vProcess5"/>
    <dgm:cxn modelId="{B935F5B7-BD71-4496-BF9A-48C2F606DE0E}" type="presParOf" srcId="{6DB7EDCC-D8F4-4E3F-809C-BBDBC0C52552}" destId="{2B549B2E-1FA9-4608-B0F1-0C33326FAD07}" srcOrd="11" destOrd="0" presId="urn:microsoft.com/office/officeart/2005/8/layout/vProcess5"/>
    <dgm:cxn modelId="{F93B8FE6-D185-439B-A446-006DA4CC11B7}" type="presParOf" srcId="{6DB7EDCC-D8F4-4E3F-809C-BBDBC0C52552}" destId="{C416BDDF-4879-4560-B54D-5CDB4BBB5D84}" srcOrd="12" destOrd="0" presId="urn:microsoft.com/office/officeart/2005/8/layout/vProcess5"/>
    <dgm:cxn modelId="{4BD99C9B-7496-4A2B-923C-241D2CB277AB}" type="presParOf" srcId="{6DB7EDCC-D8F4-4E3F-809C-BBDBC0C52552}" destId="{59BFD745-E516-453E-804A-5BA17286DE4B}" srcOrd="13" destOrd="0" presId="urn:microsoft.com/office/officeart/2005/8/layout/vProcess5"/>
    <dgm:cxn modelId="{6C97DB44-3E2E-4077-96D5-3D527F64E582}" type="presParOf" srcId="{6DB7EDCC-D8F4-4E3F-809C-BBDBC0C52552}" destId="{08F76DDC-2DF8-4EF8-9D11-283BE2DFCBA4}"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22F8661-BF13-41F8-B8E9-5968C535CC0C}"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D4DA8064-07AA-44A2-A53D-1E749EB76878}">
      <dgm:prSet/>
      <dgm:spPr/>
      <dgm:t>
        <a:bodyPr/>
        <a:lstStyle/>
        <a:p>
          <a:r>
            <a:rPr lang="en-US"/>
            <a:t>• Dataset: https://drive.google.com/driv</a:t>
          </a:r>
          <a:r>
            <a:rPr lang="en-IN"/>
            <a:t>e</a:t>
          </a:r>
          <a:endParaRPr lang="en-US"/>
        </a:p>
      </dgm:t>
    </dgm:pt>
    <dgm:pt modelId="{86D9E118-37D7-43CC-9C58-107DAE4C4379}" type="parTrans" cxnId="{42798C36-F6B5-45A4-AFF8-E8D29EFDD50A}">
      <dgm:prSet/>
      <dgm:spPr/>
      <dgm:t>
        <a:bodyPr/>
        <a:lstStyle/>
        <a:p>
          <a:endParaRPr lang="en-US"/>
        </a:p>
      </dgm:t>
    </dgm:pt>
    <dgm:pt modelId="{16E126F5-24B4-4404-9758-A5D18C082198}" type="sibTrans" cxnId="{42798C36-F6B5-45A4-AFF8-E8D29EFDD50A}">
      <dgm:prSet/>
      <dgm:spPr/>
      <dgm:t>
        <a:bodyPr/>
        <a:lstStyle/>
        <a:p>
          <a:endParaRPr lang="en-US"/>
        </a:p>
      </dgm:t>
    </dgm:pt>
    <dgm:pt modelId="{86134E6E-8FFC-4D44-8BB8-06B195500833}">
      <dgm:prSet/>
      <dgm:spPr/>
      <dgm:t>
        <a:bodyPr/>
        <a:lstStyle/>
        <a:p>
          <a:r>
            <a:rPr lang="en-US"/>
            <a:t>• Dependencies:</a:t>
          </a:r>
        </a:p>
      </dgm:t>
    </dgm:pt>
    <dgm:pt modelId="{17FF1336-421D-42DA-A548-F032C5241973}" type="parTrans" cxnId="{68FFF4B6-3FD9-4D40-93E4-B3890065A962}">
      <dgm:prSet/>
      <dgm:spPr/>
      <dgm:t>
        <a:bodyPr/>
        <a:lstStyle/>
        <a:p>
          <a:endParaRPr lang="en-US"/>
        </a:p>
      </dgm:t>
    </dgm:pt>
    <dgm:pt modelId="{E74347DA-7002-4BB9-AD76-A82978CEE376}" type="sibTrans" cxnId="{68FFF4B6-3FD9-4D40-93E4-B3890065A962}">
      <dgm:prSet/>
      <dgm:spPr/>
      <dgm:t>
        <a:bodyPr/>
        <a:lstStyle/>
        <a:p>
          <a:endParaRPr lang="en-US"/>
        </a:p>
      </dgm:t>
    </dgm:pt>
    <dgm:pt modelId="{DCEA0820-2275-427C-BD55-3EBA1AD6B15B}">
      <dgm:prSet/>
      <dgm:spPr/>
      <dgm:t>
        <a:bodyPr/>
        <a:lstStyle/>
        <a:p>
          <a:r>
            <a:rPr lang="en-US"/>
            <a:t>- Tesseract OCR Engine</a:t>
          </a:r>
        </a:p>
      </dgm:t>
    </dgm:pt>
    <dgm:pt modelId="{32838D5D-3839-45B7-A817-04161B69CB10}" type="parTrans" cxnId="{116A8355-19F4-482F-B1C9-C327A7BC247E}">
      <dgm:prSet/>
      <dgm:spPr/>
      <dgm:t>
        <a:bodyPr/>
        <a:lstStyle/>
        <a:p>
          <a:endParaRPr lang="en-US"/>
        </a:p>
      </dgm:t>
    </dgm:pt>
    <dgm:pt modelId="{B5B02E87-3398-4BD0-9203-CCA3483DAFEC}" type="sibTrans" cxnId="{116A8355-19F4-482F-B1C9-C327A7BC247E}">
      <dgm:prSet/>
      <dgm:spPr/>
      <dgm:t>
        <a:bodyPr/>
        <a:lstStyle/>
        <a:p>
          <a:endParaRPr lang="en-US"/>
        </a:p>
      </dgm:t>
    </dgm:pt>
    <dgm:pt modelId="{D7A520E6-AFFE-457B-9762-D9F0B6703469}">
      <dgm:prSet/>
      <dgm:spPr/>
      <dgm:t>
        <a:bodyPr/>
        <a:lstStyle/>
        <a:p>
          <a:r>
            <a:rPr lang="en-US"/>
            <a:t>- PyTesseract</a:t>
          </a:r>
        </a:p>
      </dgm:t>
    </dgm:pt>
    <dgm:pt modelId="{FA3DDF5F-A69A-42EA-89F5-683F571F3959}" type="parTrans" cxnId="{B5E4047A-7224-41F6-A036-6D6CB427449D}">
      <dgm:prSet/>
      <dgm:spPr/>
      <dgm:t>
        <a:bodyPr/>
        <a:lstStyle/>
        <a:p>
          <a:endParaRPr lang="en-US"/>
        </a:p>
      </dgm:t>
    </dgm:pt>
    <dgm:pt modelId="{79DFC6F8-DDB3-425D-B8F4-6935A7C25DE9}" type="sibTrans" cxnId="{B5E4047A-7224-41F6-A036-6D6CB427449D}">
      <dgm:prSet/>
      <dgm:spPr/>
      <dgm:t>
        <a:bodyPr/>
        <a:lstStyle/>
        <a:p>
          <a:endParaRPr lang="en-US"/>
        </a:p>
      </dgm:t>
    </dgm:pt>
    <dgm:pt modelId="{9FFD1C4D-9D0C-4584-A1EC-5959657F350B}">
      <dgm:prSet/>
      <dgm:spPr/>
      <dgm:t>
        <a:bodyPr/>
        <a:lstStyle/>
        <a:p>
          <a:r>
            <a:rPr lang="en-US"/>
            <a:t>- OpenCV</a:t>
          </a:r>
        </a:p>
      </dgm:t>
    </dgm:pt>
    <dgm:pt modelId="{290B9D7D-C9D4-4E97-BBE1-9DA98F0AF660}" type="parTrans" cxnId="{19C160FD-7C71-4B4D-8863-5B1E28BADFA2}">
      <dgm:prSet/>
      <dgm:spPr/>
      <dgm:t>
        <a:bodyPr/>
        <a:lstStyle/>
        <a:p>
          <a:endParaRPr lang="en-US"/>
        </a:p>
      </dgm:t>
    </dgm:pt>
    <dgm:pt modelId="{3C907037-CE41-42B0-9A29-4DC6423F594B}" type="sibTrans" cxnId="{19C160FD-7C71-4B4D-8863-5B1E28BADFA2}">
      <dgm:prSet/>
      <dgm:spPr/>
      <dgm:t>
        <a:bodyPr/>
        <a:lstStyle/>
        <a:p>
          <a:endParaRPr lang="en-US"/>
        </a:p>
      </dgm:t>
    </dgm:pt>
    <dgm:pt modelId="{EE8806F6-813B-41E2-BC4A-17C05A2E10AB}">
      <dgm:prSet/>
      <dgm:spPr/>
      <dgm:t>
        <a:bodyPr/>
        <a:lstStyle/>
        <a:p>
          <a:r>
            <a:rPr lang="en-US"/>
            <a:t>- YOLOv3</a:t>
          </a:r>
        </a:p>
      </dgm:t>
    </dgm:pt>
    <dgm:pt modelId="{6103C0D0-812B-4FE4-8397-B64D223EAE6C}" type="parTrans" cxnId="{D08A803B-9865-42CE-9971-559B8E52CA0A}">
      <dgm:prSet/>
      <dgm:spPr/>
      <dgm:t>
        <a:bodyPr/>
        <a:lstStyle/>
        <a:p>
          <a:endParaRPr lang="en-US"/>
        </a:p>
      </dgm:t>
    </dgm:pt>
    <dgm:pt modelId="{3CA0DD99-F435-4F2B-9129-4BCDC7DC063E}" type="sibTrans" cxnId="{D08A803B-9865-42CE-9971-559B8E52CA0A}">
      <dgm:prSet/>
      <dgm:spPr/>
      <dgm:t>
        <a:bodyPr/>
        <a:lstStyle/>
        <a:p>
          <a:endParaRPr lang="en-US"/>
        </a:p>
      </dgm:t>
    </dgm:pt>
    <dgm:pt modelId="{48C547DF-D642-495C-AE1C-A2A23114375E}">
      <dgm:prSet/>
      <dgm:spPr/>
      <dgm:t>
        <a:bodyPr/>
        <a:lstStyle/>
        <a:p>
          <a:r>
            <a:rPr lang="en-US"/>
            <a:t>• Model folder: Contains trained YOLOv3 weights.</a:t>
          </a:r>
        </a:p>
      </dgm:t>
    </dgm:pt>
    <dgm:pt modelId="{A01D46AD-CEC1-4FAA-8AB8-DF0331374B3A}" type="parTrans" cxnId="{13DAB059-0B7B-4B57-AC4B-118B79E3B433}">
      <dgm:prSet/>
      <dgm:spPr/>
      <dgm:t>
        <a:bodyPr/>
        <a:lstStyle/>
        <a:p>
          <a:endParaRPr lang="en-US"/>
        </a:p>
      </dgm:t>
    </dgm:pt>
    <dgm:pt modelId="{079698C6-9BDC-4A0E-AB77-B14B79F4D5A3}" type="sibTrans" cxnId="{13DAB059-0B7B-4B57-AC4B-118B79E3B433}">
      <dgm:prSet/>
      <dgm:spPr/>
      <dgm:t>
        <a:bodyPr/>
        <a:lstStyle/>
        <a:p>
          <a:endParaRPr lang="en-US"/>
        </a:p>
      </dgm:t>
    </dgm:pt>
    <dgm:pt modelId="{30303965-706A-4A0A-9341-AAA954574DFB}">
      <dgm:prSet/>
      <dgm:spPr/>
      <dgm:t>
        <a:bodyPr/>
        <a:lstStyle/>
        <a:p>
          <a:r>
            <a:rPr lang="en-US"/>
            <a:t>• Input/Output storage: Google Drive </a:t>
          </a:r>
        </a:p>
      </dgm:t>
    </dgm:pt>
    <dgm:pt modelId="{94C9B89B-4F74-490F-A4FD-523F595F0B0B}" type="parTrans" cxnId="{E65471C3-6732-47AA-8B19-5C3A65CCB357}">
      <dgm:prSet/>
      <dgm:spPr/>
      <dgm:t>
        <a:bodyPr/>
        <a:lstStyle/>
        <a:p>
          <a:endParaRPr lang="en-US"/>
        </a:p>
      </dgm:t>
    </dgm:pt>
    <dgm:pt modelId="{766896D5-DEC8-4C09-8B8F-ECC3ED5C6BD2}" type="sibTrans" cxnId="{E65471C3-6732-47AA-8B19-5C3A65CCB357}">
      <dgm:prSet/>
      <dgm:spPr/>
      <dgm:t>
        <a:bodyPr/>
        <a:lstStyle/>
        <a:p>
          <a:endParaRPr lang="en-US"/>
        </a:p>
      </dgm:t>
    </dgm:pt>
    <dgm:pt modelId="{43636482-DF9C-4905-8F24-EB28BD7C1A0A}" type="pres">
      <dgm:prSet presAssocID="{422F8661-BF13-41F8-B8E9-5968C535CC0C}" presName="linear" presStyleCnt="0">
        <dgm:presLayoutVars>
          <dgm:animLvl val="lvl"/>
          <dgm:resizeHandles val="exact"/>
        </dgm:presLayoutVars>
      </dgm:prSet>
      <dgm:spPr/>
    </dgm:pt>
    <dgm:pt modelId="{234B73AF-86F5-4E65-B0B9-A7B559C3B5B8}" type="pres">
      <dgm:prSet presAssocID="{D4DA8064-07AA-44A2-A53D-1E749EB76878}" presName="parentText" presStyleLbl="node1" presStyleIdx="0" presStyleCnt="8">
        <dgm:presLayoutVars>
          <dgm:chMax val="0"/>
          <dgm:bulletEnabled val="1"/>
        </dgm:presLayoutVars>
      </dgm:prSet>
      <dgm:spPr/>
    </dgm:pt>
    <dgm:pt modelId="{668884EE-46DC-4478-B628-D4FAA8A1DE9F}" type="pres">
      <dgm:prSet presAssocID="{16E126F5-24B4-4404-9758-A5D18C082198}" presName="spacer" presStyleCnt="0"/>
      <dgm:spPr/>
    </dgm:pt>
    <dgm:pt modelId="{FD1A97FC-3642-4640-8E3F-419C6A1C727D}" type="pres">
      <dgm:prSet presAssocID="{86134E6E-8FFC-4D44-8BB8-06B195500833}" presName="parentText" presStyleLbl="node1" presStyleIdx="1" presStyleCnt="8">
        <dgm:presLayoutVars>
          <dgm:chMax val="0"/>
          <dgm:bulletEnabled val="1"/>
        </dgm:presLayoutVars>
      </dgm:prSet>
      <dgm:spPr/>
    </dgm:pt>
    <dgm:pt modelId="{625EA8AB-135A-4A87-9046-1A538D2E0EC6}" type="pres">
      <dgm:prSet presAssocID="{E74347DA-7002-4BB9-AD76-A82978CEE376}" presName="spacer" presStyleCnt="0"/>
      <dgm:spPr/>
    </dgm:pt>
    <dgm:pt modelId="{096ED5D0-B534-4F0B-8CC0-D03EFBFFA8F1}" type="pres">
      <dgm:prSet presAssocID="{DCEA0820-2275-427C-BD55-3EBA1AD6B15B}" presName="parentText" presStyleLbl="node1" presStyleIdx="2" presStyleCnt="8">
        <dgm:presLayoutVars>
          <dgm:chMax val="0"/>
          <dgm:bulletEnabled val="1"/>
        </dgm:presLayoutVars>
      </dgm:prSet>
      <dgm:spPr/>
    </dgm:pt>
    <dgm:pt modelId="{F53A2CE3-F449-4D1D-AF3C-1D7120F7F936}" type="pres">
      <dgm:prSet presAssocID="{B5B02E87-3398-4BD0-9203-CCA3483DAFEC}" presName="spacer" presStyleCnt="0"/>
      <dgm:spPr/>
    </dgm:pt>
    <dgm:pt modelId="{17092F6E-2E46-436E-AD0B-ED25856847FE}" type="pres">
      <dgm:prSet presAssocID="{D7A520E6-AFFE-457B-9762-D9F0B6703469}" presName="parentText" presStyleLbl="node1" presStyleIdx="3" presStyleCnt="8">
        <dgm:presLayoutVars>
          <dgm:chMax val="0"/>
          <dgm:bulletEnabled val="1"/>
        </dgm:presLayoutVars>
      </dgm:prSet>
      <dgm:spPr/>
    </dgm:pt>
    <dgm:pt modelId="{C6366DD9-3FD6-49D3-B0C9-B142E34F622B}" type="pres">
      <dgm:prSet presAssocID="{79DFC6F8-DDB3-425D-B8F4-6935A7C25DE9}" presName="spacer" presStyleCnt="0"/>
      <dgm:spPr/>
    </dgm:pt>
    <dgm:pt modelId="{58319971-BB6B-4A92-B653-9DAAC49C1AA9}" type="pres">
      <dgm:prSet presAssocID="{9FFD1C4D-9D0C-4584-A1EC-5959657F350B}" presName="parentText" presStyleLbl="node1" presStyleIdx="4" presStyleCnt="8">
        <dgm:presLayoutVars>
          <dgm:chMax val="0"/>
          <dgm:bulletEnabled val="1"/>
        </dgm:presLayoutVars>
      </dgm:prSet>
      <dgm:spPr/>
    </dgm:pt>
    <dgm:pt modelId="{5E3289EE-B3EE-45FC-BE78-6495CCB1CE22}" type="pres">
      <dgm:prSet presAssocID="{3C907037-CE41-42B0-9A29-4DC6423F594B}" presName="spacer" presStyleCnt="0"/>
      <dgm:spPr/>
    </dgm:pt>
    <dgm:pt modelId="{0203FB15-84DE-4E28-BE8E-94B26D72755E}" type="pres">
      <dgm:prSet presAssocID="{EE8806F6-813B-41E2-BC4A-17C05A2E10AB}" presName="parentText" presStyleLbl="node1" presStyleIdx="5" presStyleCnt="8">
        <dgm:presLayoutVars>
          <dgm:chMax val="0"/>
          <dgm:bulletEnabled val="1"/>
        </dgm:presLayoutVars>
      </dgm:prSet>
      <dgm:spPr/>
    </dgm:pt>
    <dgm:pt modelId="{972FC1D6-965B-465A-B2E6-215E00D9F84A}" type="pres">
      <dgm:prSet presAssocID="{3CA0DD99-F435-4F2B-9129-4BCDC7DC063E}" presName="spacer" presStyleCnt="0"/>
      <dgm:spPr/>
    </dgm:pt>
    <dgm:pt modelId="{EF1BE647-7FD7-4A74-BAF2-E58FB403326F}" type="pres">
      <dgm:prSet presAssocID="{48C547DF-D642-495C-AE1C-A2A23114375E}" presName="parentText" presStyleLbl="node1" presStyleIdx="6" presStyleCnt="8">
        <dgm:presLayoutVars>
          <dgm:chMax val="0"/>
          <dgm:bulletEnabled val="1"/>
        </dgm:presLayoutVars>
      </dgm:prSet>
      <dgm:spPr/>
    </dgm:pt>
    <dgm:pt modelId="{BBBE4053-605B-46CB-BCE2-EEDFBC8D4B60}" type="pres">
      <dgm:prSet presAssocID="{079698C6-9BDC-4A0E-AB77-B14B79F4D5A3}" presName="spacer" presStyleCnt="0"/>
      <dgm:spPr/>
    </dgm:pt>
    <dgm:pt modelId="{CBF22226-7B20-48E2-A2D3-160636937D82}" type="pres">
      <dgm:prSet presAssocID="{30303965-706A-4A0A-9341-AAA954574DFB}" presName="parentText" presStyleLbl="node1" presStyleIdx="7" presStyleCnt="8">
        <dgm:presLayoutVars>
          <dgm:chMax val="0"/>
          <dgm:bulletEnabled val="1"/>
        </dgm:presLayoutVars>
      </dgm:prSet>
      <dgm:spPr/>
    </dgm:pt>
  </dgm:ptLst>
  <dgm:cxnLst>
    <dgm:cxn modelId="{139E1333-FFDE-43F3-A7E2-937FDFE586DE}" type="presOf" srcId="{422F8661-BF13-41F8-B8E9-5968C535CC0C}" destId="{43636482-DF9C-4905-8F24-EB28BD7C1A0A}" srcOrd="0" destOrd="0" presId="urn:microsoft.com/office/officeart/2005/8/layout/vList2"/>
    <dgm:cxn modelId="{42798C36-F6B5-45A4-AFF8-E8D29EFDD50A}" srcId="{422F8661-BF13-41F8-B8E9-5968C535CC0C}" destId="{D4DA8064-07AA-44A2-A53D-1E749EB76878}" srcOrd="0" destOrd="0" parTransId="{86D9E118-37D7-43CC-9C58-107DAE4C4379}" sibTransId="{16E126F5-24B4-4404-9758-A5D18C082198}"/>
    <dgm:cxn modelId="{D08A803B-9865-42CE-9971-559B8E52CA0A}" srcId="{422F8661-BF13-41F8-B8E9-5968C535CC0C}" destId="{EE8806F6-813B-41E2-BC4A-17C05A2E10AB}" srcOrd="5" destOrd="0" parTransId="{6103C0D0-812B-4FE4-8397-B64D223EAE6C}" sibTransId="{3CA0DD99-F435-4F2B-9129-4BCDC7DC063E}"/>
    <dgm:cxn modelId="{B9DC9E66-85F1-4E56-94A9-8FA2D49307BA}" type="presOf" srcId="{DCEA0820-2275-427C-BD55-3EBA1AD6B15B}" destId="{096ED5D0-B534-4F0B-8CC0-D03EFBFFA8F1}" srcOrd="0" destOrd="0" presId="urn:microsoft.com/office/officeart/2005/8/layout/vList2"/>
    <dgm:cxn modelId="{796B3452-ECF7-42E9-B0E8-11806313664F}" type="presOf" srcId="{48C547DF-D642-495C-AE1C-A2A23114375E}" destId="{EF1BE647-7FD7-4A74-BAF2-E58FB403326F}" srcOrd="0" destOrd="0" presId="urn:microsoft.com/office/officeart/2005/8/layout/vList2"/>
    <dgm:cxn modelId="{116A8355-19F4-482F-B1C9-C327A7BC247E}" srcId="{422F8661-BF13-41F8-B8E9-5968C535CC0C}" destId="{DCEA0820-2275-427C-BD55-3EBA1AD6B15B}" srcOrd="2" destOrd="0" parTransId="{32838D5D-3839-45B7-A817-04161B69CB10}" sibTransId="{B5B02E87-3398-4BD0-9203-CCA3483DAFEC}"/>
    <dgm:cxn modelId="{13DAB059-0B7B-4B57-AC4B-118B79E3B433}" srcId="{422F8661-BF13-41F8-B8E9-5968C535CC0C}" destId="{48C547DF-D642-495C-AE1C-A2A23114375E}" srcOrd="6" destOrd="0" parTransId="{A01D46AD-CEC1-4FAA-8AB8-DF0331374B3A}" sibTransId="{079698C6-9BDC-4A0E-AB77-B14B79F4D5A3}"/>
    <dgm:cxn modelId="{B5E4047A-7224-41F6-A036-6D6CB427449D}" srcId="{422F8661-BF13-41F8-B8E9-5968C535CC0C}" destId="{D7A520E6-AFFE-457B-9762-D9F0B6703469}" srcOrd="3" destOrd="0" parTransId="{FA3DDF5F-A69A-42EA-89F5-683F571F3959}" sibTransId="{79DFC6F8-DDB3-425D-B8F4-6935A7C25DE9}"/>
    <dgm:cxn modelId="{57CF238D-D014-49B2-A939-E651431A065A}" type="presOf" srcId="{D7A520E6-AFFE-457B-9762-D9F0B6703469}" destId="{17092F6E-2E46-436E-AD0B-ED25856847FE}" srcOrd="0" destOrd="0" presId="urn:microsoft.com/office/officeart/2005/8/layout/vList2"/>
    <dgm:cxn modelId="{7AC1B18F-1D4A-4FA8-851D-EB1D974EE07D}" type="presOf" srcId="{D4DA8064-07AA-44A2-A53D-1E749EB76878}" destId="{234B73AF-86F5-4E65-B0B9-A7B559C3B5B8}" srcOrd="0" destOrd="0" presId="urn:microsoft.com/office/officeart/2005/8/layout/vList2"/>
    <dgm:cxn modelId="{DE03E891-7BDF-4981-8FF4-7909F14D2650}" type="presOf" srcId="{30303965-706A-4A0A-9341-AAA954574DFB}" destId="{CBF22226-7B20-48E2-A2D3-160636937D82}" srcOrd="0" destOrd="0" presId="urn:microsoft.com/office/officeart/2005/8/layout/vList2"/>
    <dgm:cxn modelId="{F23E119E-4425-42CF-91B4-B3EAF83B87A6}" type="presOf" srcId="{9FFD1C4D-9D0C-4584-A1EC-5959657F350B}" destId="{58319971-BB6B-4A92-B653-9DAAC49C1AA9}" srcOrd="0" destOrd="0" presId="urn:microsoft.com/office/officeart/2005/8/layout/vList2"/>
    <dgm:cxn modelId="{68FFF4B6-3FD9-4D40-93E4-B3890065A962}" srcId="{422F8661-BF13-41F8-B8E9-5968C535CC0C}" destId="{86134E6E-8FFC-4D44-8BB8-06B195500833}" srcOrd="1" destOrd="0" parTransId="{17FF1336-421D-42DA-A548-F032C5241973}" sibTransId="{E74347DA-7002-4BB9-AD76-A82978CEE376}"/>
    <dgm:cxn modelId="{E65471C3-6732-47AA-8B19-5C3A65CCB357}" srcId="{422F8661-BF13-41F8-B8E9-5968C535CC0C}" destId="{30303965-706A-4A0A-9341-AAA954574DFB}" srcOrd="7" destOrd="0" parTransId="{94C9B89B-4F74-490F-A4FD-523F595F0B0B}" sibTransId="{766896D5-DEC8-4C09-8B8F-ECC3ED5C6BD2}"/>
    <dgm:cxn modelId="{005858C6-8419-45DC-BD7E-5336A1A2F17B}" type="presOf" srcId="{86134E6E-8FFC-4D44-8BB8-06B195500833}" destId="{FD1A97FC-3642-4640-8E3F-419C6A1C727D}" srcOrd="0" destOrd="0" presId="urn:microsoft.com/office/officeart/2005/8/layout/vList2"/>
    <dgm:cxn modelId="{2B867DE6-26E7-443E-92B0-ACE17643BDDB}" type="presOf" srcId="{EE8806F6-813B-41E2-BC4A-17C05A2E10AB}" destId="{0203FB15-84DE-4E28-BE8E-94B26D72755E}" srcOrd="0" destOrd="0" presId="urn:microsoft.com/office/officeart/2005/8/layout/vList2"/>
    <dgm:cxn modelId="{19C160FD-7C71-4B4D-8863-5B1E28BADFA2}" srcId="{422F8661-BF13-41F8-B8E9-5968C535CC0C}" destId="{9FFD1C4D-9D0C-4584-A1EC-5959657F350B}" srcOrd="4" destOrd="0" parTransId="{290B9D7D-C9D4-4E97-BBE1-9DA98F0AF660}" sibTransId="{3C907037-CE41-42B0-9A29-4DC6423F594B}"/>
    <dgm:cxn modelId="{DFCC5C3A-4E20-481A-848D-E06D881A7415}" type="presParOf" srcId="{43636482-DF9C-4905-8F24-EB28BD7C1A0A}" destId="{234B73AF-86F5-4E65-B0B9-A7B559C3B5B8}" srcOrd="0" destOrd="0" presId="urn:microsoft.com/office/officeart/2005/8/layout/vList2"/>
    <dgm:cxn modelId="{010887C9-DD58-45C9-A3C6-CE0DA3051607}" type="presParOf" srcId="{43636482-DF9C-4905-8F24-EB28BD7C1A0A}" destId="{668884EE-46DC-4478-B628-D4FAA8A1DE9F}" srcOrd="1" destOrd="0" presId="urn:microsoft.com/office/officeart/2005/8/layout/vList2"/>
    <dgm:cxn modelId="{061C7504-AAFC-422D-9ACB-53588D2C99FA}" type="presParOf" srcId="{43636482-DF9C-4905-8F24-EB28BD7C1A0A}" destId="{FD1A97FC-3642-4640-8E3F-419C6A1C727D}" srcOrd="2" destOrd="0" presId="urn:microsoft.com/office/officeart/2005/8/layout/vList2"/>
    <dgm:cxn modelId="{1CC40DF1-CCB5-45FF-83F3-3DDF298072B3}" type="presParOf" srcId="{43636482-DF9C-4905-8F24-EB28BD7C1A0A}" destId="{625EA8AB-135A-4A87-9046-1A538D2E0EC6}" srcOrd="3" destOrd="0" presId="urn:microsoft.com/office/officeart/2005/8/layout/vList2"/>
    <dgm:cxn modelId="{79A9A228-CE67-4A81-BC44-DB3F2E6830BC}" type="presParOf" srcId="{43636482-DF9C-4905-8F24-EB28BD7C1A0A}" destId="{096ED5D0-B534-4F0B-8CC0-D03EFBFFA8F1}" srcOrd="4" destOrd="0" presId="urn:microsoft.com/office/officeart/2005/8/layout/vList2"/>
    <dgm:cxn modelId="{B277F43E-C147-47EA-AB35-68A6986A0F86}" type="presParOf" srcId="{43636482-DF9C-4905-8F24-EB28BD7C1A0A}" destId="{F53A2CE3-F449-4D1D-AF3C-1D7120F7F936}" srcOrd="5" destOrd="0" presId="urn:microsoft.com/office/officeart/2005/8/layout/vList2"/>
    <dgm:cxn modelId="{2680E5ED-3EA3-4C14-86C6-CFE30ECE0E20}" type="presParOf" srcId="{43636482-DF9C-4905-8F24-EB28BD7C1A0A}" destId="{17092F6E-2E46-436E-AD0B-ED25856847FE}" srcOrd="6" destOrd="0" presId="urn:microsoft.com/office/officeart/2005/8/layout/vList2"/>
    <dgm:cxn modelId="{F9C786B1-8062-4820-A18B-C1C350EE2EED}" type="presParOf" srcId="{43636482-DF9C-4905-8F24-EB28BD7C1A0A}" destId="{C6366DD9-3FD6-49D3-B0C9-B142E34F622B}" srcOrd="7" destOrd="0" presId="urn:microsoft.com/office/officeart/2005/8/layout/vList2"/>
    <dgm:cxn modelId="{A491E9EA-A0F2-4C94-B1B6-C22F770604F8}" type="presParOf" srcId="{43636482-DF9C-4905-8F24-EB28BD7C1A0A}" destId="{58319971-BB6B-4A92-B653-9DAAC49C1AA9}" srcOrd="8" destOrd="0" presId="urn:microsoft.com/office/officeart/2005/8/layout/vList2"/>
    <dgm:cxn modelId="{A5C22AC2-A28A-4CAA-B7C4-2221556BD8C6}" type="presParOf" srcId="{43636482-DF9C-4905-8F24-EB28BD7C1A0A}" destId="{5E3289EE-B3EE-45FC-BE78-6495CCB1CE22}" srcOrd="9" destOrd="0" presId="urn:microsoft.com/office/officeart/2005/8/layout/vList2"/>
    <dgm:cxn modelId="{F3B96172-4A95-4649-A215-69F546C4FA2D}" type="presParOf" srcId="{43636482-DF9C-4905-8F24-EB28BD7C1A0A}" destId="{0203FB15-84DE-4E28-BE8E-94B26D72755E}" srcOrd="10" destOrd="0" presId="urn:microsoft.com/office/officeart/2005/8/layout/vList2"/>
    <dgm:cxn modelId="{3A529D91-EEAD-437B-BFFF-12605ED6E5C7}" type="presParOf" srcId="{43636482-DF9C-4905-8F24-EB28BD7C1A0A}" destId="{972FC1D6-965B-465A-B2E6-215E00D9F84A}" srcOrd="11" destOrd="0" presId="urn:microsoft.com/office/officeart/2005/8/layout/vList2"/>
    <dgm:cxn modelId="{E0CEE84E-E67C-4EFE-BD2C-CE24FF9995F5}" type="presParOf" srcId="{43636482-DF9C-4905-8F24-EB28BD7C1A0A}" destId="{EF1BE647-7FD7-4A74-BAF2-E58FB403326F}" srcOrd="12" destOrd="0" presId="urn:microsoft.com/office/officeart/2005/8/layout/vList2"/>
    <dgm:cxn modelId="{C35E430D-3DB9-4D3F-AF14-1D2F7B5B63C6}" type="presParOf" srcId="{43636482-DF9C-4905-8F24-EB28BD7C1A0A}" destId="{BBBE4053-605B-46CB-BCE2-EEDFBC8D4B60}" srcOrd="13" destOrd="0" presId="urn:microsoft.com/office/officeart/2005/8/layout/vList2"/>
    <dgm:cxn modelId="{58E4C8CF-26BB-4474-B2F2-05E2D8B942A0}" type="presParOf" srcId="{43636482-DF9C-4905-8F24-EB28BD7C1A0A}" destId="{CBF22226-7B20-48E2-A2D3-160636937D82}" srcOrd="1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1580453-6953-4321-BC8F-E26AA7677BB7}" type="doc">
      <dgm:prSet loTypeId="urn:microsoft.com/office/officeart/2005/8/layout/default" loCatId="list" qsTypeId="urn:microsoft.com/office/officeart/2005/8/quickstyle/simple4" qsCatId="simple" csTypeId="urn:microsoft.com/office/officeart/2005/8/colors/colorful1" csCatId="colorful" phldr="1"/>
      <dgm:spPr/>
      <dgm:t>
        <a:bodyPr/>
        <a:lstStyle/>
        <a:p>
          <a:endParaRPr lang="en-US"/>
        </a:p>
      </dgm:t>
    </dgm:pt>
    <dgm:pt modelId="{CE0A9AC3-7A09-4826-881B-F01845B6DF77}">
      <dgm:prSet/>
      <dgm:spPr/>
      <dgm:t>
        <a:bodyPr/>
        <a:lstStyle/>
        <a:p>
          <a:r>
            <a:rPr lang="en-US" dirty="0"/>
            <a:t>1. Environment Setup (Colab )</a:t>
          </a:r>
        </a:p>
      </dgm:t>
    </dgm:pt>
    <dgm:pt modelId="{E6B2571E-468E-4B6E-8555-D717AB1F4DFC}" type="parTrans" cxnId="{EE2E6A23-77DA-4067-8935-D13B0FDB5217}">
      <dgm:prSet/>
      <dgm:spPr/>
      <dgm:t>
        <a:bodyPr/>
        <a:lstStyle/>
        <a:p>
          <a:endParaRPr lang="en-US"/>
        </a:p>
      </dgm:t>
    </dgm:pt>
    <dgm:pt modelId="{73CBDC1F-E875-4A15-BCDD-3EDFA536E393}" type="sibTrans" cxnId="{EE2E6A23-77DA-4067-8935-D13B0FDB5217}">
      <dgm:prSet/>
      <dgm:spPr/>
      <dgm:t>
        <a:bodyPr/>
        <a:lstStyle/>
        <a:p>
          <a:endParaRPr lang="en-US"/>
        </a:p>
      </dgm:t>
    </dgm:pt>
    <dgm:pt modelId="{E7CC2344-7DC6-4DEF-A58B-E2CA92561779}">
      <dgm:prSet/>
      <dgm:spPr/>
      <dgm:t>
        <a:bodyPr/>
        <a:lstStyle/>
        <a:p>
          <a:r>
            <a:rPr lang="en-US" dirty="0"/>
            <a:t>2. Dataset Preparation and Annotation</a:t>
          </a:r>
        </a:p>
      </dgm:t>
    </dgm:pt>
    <dgm:pt modelId="{2BEC0349-F45E-4038-909A-E6D4E897D3B9}" type="parTrans" cxnId="{5207C211-0DAE-43F9-956D-00AA3C246662}">
      <dgm:prSet/>
      <dgm:spPr/>
      <dgm:t>
        <a:bodyPr/>
        <a:lstStyle/>
        <a:p>
          <a:endParaRPr lang="en-US"/>
        </a:p>
      </dgm:t>
    </dgm:pt>
    <dgm:pt modelId="{35B00501-8C55-46C1-B279-0BCC26587975}" type="sibTrans" cxnId="{5207C211-0DAE-43F9-956D-00AA3C246662}">
      <dgm:prSet/>
      <dgm:spPr/>
      <dgm:t>
        <a:bodyPr/>
        <a:lstStyle/>
        <a:p>
          <a:endParaRPr lang="en-US"/>
        </a:p>
      </dgm:t>
    </dgm:pt>
    <dgm:pt modelId="{65A3D390-5D87-4FDE-B62B-2F79891CE54B}">
      <dgm:prSet/>
      <dgm:spPr/>
      <dgm:t>
        <a:bodyPr/>
        <a:lstStyle/>
        <a:p>
          <a:r>
            <a:rPr lang="en-US" dirty="0"/>
            <a:t>3. YOLOv8 Model Training and Validation</a:t>
          </a:r>
        </a:p>
      </dgm:t>
    </dgm:pt>
    <dgm:pt modelId="{CA12253C-3F17-4129-B35B-EF3FC41A2479}" type="parTrans" cxnId="{09AC4468-3C6B-449B-B29B-A9397032805D}">
      <dgm:prSet/>
      <dgm:spPr/>
      <dgm:t>
        <a:bodyPr/>
        <a:lstStyle/>
        <a:p>
          <a:endParaRPr lang="en-US"/>
        </a:p>
      </dgm:t>
    </dgm:pt>
    <dgm:pt modelId="{4AC5F920-7CEE-4722-AB1F-232B7821C61A}" type="sibTrans" cxnId="{09AC4468-3C6B-449B-B29B-A9397032805D}">
      <dgm:prSet/>
      <dgm:spPr/>
      <dgm:t>
        <a:bodyPr/>
        <a:lstStyle/>
        <a:p>
          <a:endParaRPr lang="en-US"/>
        </a:p>
      </dgm:t>
    </dgm:pt>
    <dgm:pt modelId="{72ED3FB9-E0C3-4BF3-A4E8-BCE740AC743B}">
      <dgm:prSet/>
      <dgm:spPr/>
      <dgm:t>
        <a:bodyPr/>
        <a:lstStyle/>
        <a:p>
          <a:r>
            <a:rPr lang="en-US"/>
            <a:t>4. Object Detection and Cropping</a:t>
          </a:r>
        </a:p>
      </dgm:t>
    </dgm:pt>
    <dgm:pt modelId="{E5F23C4A-B238-46CA-8933-AE90A1653243}" type="parTrans" cxnId="{A1FED3CB-3122-47C3-A310-249752A24B91}">
      <dgm:prSet/>
      <dgm:spPr/>
      <dgm:t>
        <a:bodyPr/>
        <a:lstStyle/>
        <a:p>
          <a:endParaRPr lang="en-US"/>
        </a:p>
      </dgm:t>
    </dgm:pt>
    <dgm:pt modelId="{5BE0171E-9F21-456C-A28C-8373084E99F9}" type="sibTrans" cxnId="{A1FED3CB-3122-47C3-A310-249752A24B91}">
      <dgm:prSet/>
      <dgm:spPr/>
      <dgm:t>
        <a:bodyPr/>
        <a:lstStyle/>
        <a:p>
          <a:endParaRPr lang="en-US"/>
        </a:p>
      </dgm:t>
    </dgm:pt>
    <dgm:pt modelId="{06EF8A1D-FEA4-4277-BA7D-A47E4E923C12}">
      <dgm:prSet/>
      <dgm:spPr/>
      <dgm:t>
        <a:bodyPr/>
        <a:lstStyle/>
        <a:p>
          <a:r>
            <a:rPr lang="en-US"/>
            <a:t>5. Image Preprocessing and OCR using Tesseract</a:t>
          </a:r>
        </a:p>
      </dgm:t>
    </dgm:pt>
    <dgm:pt modelId="{68A38530-B3B4-45C3-9099-18834252F061}" type="parTrans" cxnId="{3728934B-0475-4F68-99E1-5AA90155B8B2}">
      <dgm:prSet/>
      <dgm:spPr/>
      <dgm:t>
        <a:bodyPr/>
        <a:lstStyle/>
        <a:p>
          <a:endParaRPr lang="en-US"/>
        </a:p>
      </dgm:t>
    </dgm:pt>
    <dgm:pt modelId="{370609E7-C3AE-4D3C-AB83-800145447C53}" type="sibTrans" cxnId="{3728934B-0475-4F68-99E1-5AA90155B8B2}">
      <dgm:prSet/>
      <dgm:spPr/>
      <dgm:t>
        <a:bodyPr/>
        <a:lstStyle/>
        <a:p>
          <a:endParaRPr lang="en-US"/>
        </a:p>
      </dgm:t>
    </dgm:pt>
    <dgm:pt modelId="{4CC75A32-2B18-4192-841B-9345D545A1AF}">
      <dgm:prSet/>
      <dgm:spPr/>
      <dgm:t>
        <a:bodyPr/>
        <a:lstStyle/>
        <a:p>
          <a:r>
            <a:rPr lang="en-US"/>
            <a:t>6. Output Generation and Evaluation</a:t>
          </a:r>
        </a:p>
      </dgm:t>
    </dgm:pt>
    <dgm:pt modelId="{D4F3C33B-F010-4764-AFF4-0F4860DF3129}" type="parTrans" cxnId="{5AE13DD2-0E26-44A3-B631-5EA65C02E539}">
      <dgm:prSet/>
      <dgm:spPr/>
      <dgm:t>
        <a:bodyPr/>
        <a:lstStyle/>
        <a:p>
          <a:endParaRPr lang="en-US"/>
        </a:p>
      </dgm:t>
    </dgm:pt>
    <dgm:pt modelId="{48D0DB33-57F8-499F-A15C-0ACB3CC6CB34}" type="sibTrans" cxnId="{5AE13DD2-0E26-44A3-B631-5EA65C02E539}">
      <dgm:prSet/>
      <dgm:spPr/>
      <dgm:t>
        <a:bodyPr/>
        <a:lstStyle/>
        <a:p>
          <a:endParaRPr lang="en-US"/>
        </a:p>
      </dgm:t>
    </dgm:pt>
    <dgm:pt modelId="{73ABF51E-BCC2-4C64-ACB1-DA3E116F41B3}">
      <dgm:prSet/>
      <dgm:spPr/>
      <dgm:t>
        <a:bodyPr/>
        <a:lstStyle/>
        <a:p>
          <a:r>
            <a:rPr lang="en-US"/>
            <a:t>7. Deployment and Cost Management</a:t>
          </a:r>
        </a:p>
      </dgm:t>
    </dgm:pt>
    <dgm:pt modelId="{25A2DBF3-B546-4FDF-BF1D-35FF9D2BE926}" type="parTrans" cxnId="{CCB823DB-9964-4BB3-B1C0-093EEF7B6445}">
      <dgm:prSet/>
      <dgm:spPr/>
      <dgm:t>
        <a:bodyPr/>
        <a:lstStyle/>
        <a:p>
          <a:endParaRPr lang="en-US"/>
        </a:p>
      </dgm:t>
    </dgm:pt>
    <dgm:pt modelId="{066DAC85-ADA1-4846-83F4-E7FECE141794}" type="sibTrans" cxnId="{CCB823DB-9964-4BB3-B1C0-093EEF7B6445}">
      <dgm:prSet/>
      <dgm:spPr/>
      <dgm:t>
        <a:bodyPr/>
        <a:lstStyle/>
        <a:p>
          <a:endParaRPr lang="en-US"/>
        </a:p>
      </dgm:t>
    </dgm:pt>
    <dgm:pt modelId="{CD47194D-D5DE-416D-B3D4-C39DA19551F2}" type="pres">
      <dgm:prSet presAssocID="{E1580453-6953-4321-BC8F-E26AA7677BB7}" presName="diagram" presStyleCnt="0">
        <dgm:presLayoutVars>
          <dgm:dir/>
          <dgm:resizeHandles val="exact"/>
        </dgm:presLayoutVars>
      </dgm:prSet>
      <dgm:spPr/>
    </dgm:pt>
    <dgm:pt modelId="{26D37025-A683-4CF4-A142-EF9688D106DC}" type="pres">
      <dgm:prSet presAssocID="{CE0A9AC3-7A09-4826-881B-F01845B6DF77}" presName="node" presStyleLbl="node1" presStyleIdx="0" presStyleCnt="7">
        <dgm:presLayoutVars>
          <dgm:bulletEnabled val="1"/>
        </dgm:presLayoutVars>
      </dgm:prSet>
      <dgm:spPr/>
    </dgm:pt>
    <dgm:pt modelId="{2F516732-B91E-47CD-BBC8-6F18926D4236}" type="pres">
      <dgm:prSet presAssocID="{73CBDC1F-E875-4A15-BCDD-3EDFA536E393}" presName="sibTrans" presStyleCnt="0"/>
      <dgm:spPr/>
    </dgm:pt>
    <dgm:pt modelId="{97443F28-DC68-49D1-A847-28ED3279A5A5}" type="pres">
      <dgm:prSet presAssocID="{E7CC2344-7DC6-4DEF-A58B-E2CA92561779}" presName="node" presStyleLbl="node1" presStyleIdx="1" presStyleCnt="7">
        <dgm:presLayoutVars>
          <dgm:bulletEnabled val="1"/>
        </dgm:presLayoutVars>
      </dgm:prSet>
      <dgm:spPr/>
    </dgm:pt>
    <dgm:pt modelId="{3956E9DB-EC6B-49A0-A634-CE6E5B010E8B}" type="pres">
      <dgm:prSet presAssocID="{35B00501-8C55-46C1-B279-0BCC26587975}" presName="sibTrans" presStyleCnt="0"/>
      <dgm:spPr/>
    </dgm:pt>
    <dgm:pt modelId="{9DE17A26-AC32-4432-9EB9-0E0F019ACA13}" type="pres">
      <dgm:prSet presAssocID="{65A3D390-5D87-4FDE-B62B-2F79891CE54B}" presName="node" presStyleLbl="node1" presStyleIdx="2" presStyleCnt="7">
        <dgm:presLayoutVars>
          <dgm:bulletEnabled val="1"/>
        </dgm:presLayoutVars>
      </dgm:prSet>
      <dgm:spPr/>
    </dgm:pt>
    <dgm:pt modelId="{99DC40E6-EB5B-4AA7-B149-5B0A71D19EBC}" type="pres">
      <dgm:prSet presAssocID="{4AC5F920-7CEE-4722-AB1F-232B7821C61A}" presName="sibTrans" presStyleCnt="0"/>
      <dgm:spPr/>
    </dgm:pt>
    <dgm:pt modelId="{F9AE2D0D-901B-4025-81F2-1B59394EEBC7}" type="pres">
      <dgm:prSet presAssocID="{72ED3FB9-E0C3-4BF3-A4E8-BCE740AC743B}" presName="node" presStyleLbl="node1" presStyleIdx="3" presStyleCnt="7">
        <dgm:presLayoutVars>
          <dgm:bulletEnabled val="1"/>
        </dgm:presLayoutVars>
      </dgm:prSet>
      <dgm:spPr/>
    </dgm:pt>
    <dgm:pt modelId="{C90DDD58-947B-42C9-A1D6-A66AD102E48C}" type="pres">
      <dgm:prSet presAssocID="{5BE0171E-9F21-456C-A28C-8373084E99F9}" presName="sibTrans" presStyleCnt="0"/>
      <dgm:spPr/>
    </dgm:pt>
    <dgm:pt modelId="{9977477C-FF52-4FF8-829B-3F6A32B46934}" type="pres">
      <dgm:prSet presAssocID="{06EF8A1D-FEA4-4277-BA7D-A47E4E923C12}" presName="node" presStyleLbl="node1" presStyleIdx="4" presStyleCnt="7">
        <dgm:presLayoutVars>
          <dgm:bulletEnabled val="1"/>
        </dgm:presLayoutVars>
      </dgm:prSet>
      <dgm:spPr/>
    </dgm:pt>
    <dgm:pt modelId="{954FE2AA-2B9B-410B-998B-3DF45A351C0D}" type="pres">
      <dgm:prSet presAssocID="{370609E7-C3AE-4D3C-AB83-800145447C53}" presName="sibTrans" presStyleCnt="0"/>
      <dgm:spPr/>
    </dgm:pt>
    <dgm:pt modelId="{D91029CE-0556-457A-9CDE-A0E47F957917}" type="pres">
      <dgm:prSet presAssocID="{4CC75A32-2B18-4192-841B-9345D545A1AF}" presName="node" presStyleLbl="node1" presStyleIdx="5" presStyleCnt="7">
        <dgm:presLayoutVars>
          <dgm:bulletEnabled val="1"/>
        </dgm:presLayoutVars>
      </dgm:prSet>
      <dgm:spPr/>
    </dgm:pt>
    <dgm:pt modelId="{07683437-5567-4B91-A836-368E3E165AFC}" type="pres">
      <dgm:prSet presAssocID="{48D0DB33-57F8-499F-A15C-0ACB3CC6CB34}" presName="sibTrans" presStyleCnt="0"/>
      <dgm:spPr/>
    </dgm:pt>
    <dgm:pt modelId="{7609AD35-5186-46EE-B500-52909A2FEA68}" type="pres">
      <dgm:prSet presAssocID="{73ABF51E-BCC2-4C64-ACB1-DA3E116F41B3}" presName="node" presStyleLbl="node1" presStyleIdx="6" presStyleCnt="7">
        <dgm:presLayoutVars>
          <dgm:bulletEnabled val="1"/>
        </dgm:presLayoutVars>
      </dgm:prSet>
      <dgm:spPr/>
    </dgm:pt>
  </dgm:ptLst>
  <dgm:cxnLst>
    <dgm:cxn modelId="{5207C211-0DAE-43F9-956D-00AA3C246662}" srcId="{E1580453-6953-4321-BC8F-E26AA7677BB7}" destId="{E7CC2344-7DC6-4DEF-A58B-E2CA92561779}" srcOrd="1" destOrd="0" parTransId="{2BEC0349-F45E-4038-909A-E6D4E897D3B9}" sibTransId="{35B00501-8C55-46C1-B279-0BCC26587975}"/>
    <dgm:cxn modelId="{EE2E6A23-77DA-4067-8935-D13B0FDB5217}" srcId="{E1580453-6953-4321-BC8F-E26AA7677BB7}" destId="{CE0A9AC3-7A09-4826-881B-F01845B6DF77}" srcOrd="0" destOrd="0" parTransId="{E6B2571E-468E-4B6E-8555-D717AB1F4DFC}" sibTransId="{73CBDC1F-E875-4A15-BCDD-3EDFA536E393}"/>
    <dgm:cxn modelId="{EA2F795E-2B2C-4A68-8872-B19BF26BC1E2}" type="presOf" srcId="{4CC75A32-2B18-4192-841B-9345D545A1AF}" destId="{D91029CE-0556-457A-9CDE-A0E47F957917}" srcOrd="0" destOrd="0" presId="urn:microsoft.com/office/officeart/2005/8/layout/default"/>
    <dgm:cxn modelId="{09AC4468-3C6B-449B-B29B-A9397032805D}" srcId="{E1580453-6953-4321-BC8F-E26AA7677BB7}" destId="{65A3D390-5D87-4FDE-B62B-2F79891CE54B}" srcOrd="2" destOrd="0" parTransId="{CA12253C-3F17-4129-B35B-EF3FC41A2479}" sibTransId="{4AC5F920-7CEE-4722-AB1F-232B7821C61A}"/>
    <dgm:cxn modelId="{3728934B-0475-4F68-99E1-5AA90155B8B2}" srcId="{E1580453-6953-4321-BC8F-E26AA7677BB7}" destId="{06EF8A1D-FEA4-4277-BA7D-A47E4E923C12}" srcOrd="4" destOrd="0" parTransId="{68A38530-B3B4-45C3-9099-18834252F061}" sibTransId="{370609E7-C3AE-4D3C-AB83-800145447C53}"/>
    <dgm:cxn modelId="{78EEB7AA-E811-4F6E-AF83-50D184BCBCC6}" type="presOf" srcId="{E7CC2344-7DC6-4DEF-A58B-E2CA92561779}" destId="{97443F28-DC68-49D1-A847-28ED3279A5A5}" srcOrd="0" destOrd="0" presId="urn:microsoft.com/office/officeart/2005/8/layout/default"/>
    <dgm:cxn modelId="{89D51BAB-9B0D-4665-A750-5CD43831E073}" type="presOf" srcId="{E1580453-6953-4321-BC8F-E26AA7677BB7}" destId="{CD47194D-D5DE-416D-B3D4-C39DA19551F2}" srcOrd="0" destOrd="0" presId="urn:microsoft.com/office/officeart/2005/8/layout/default"/>
    <dgm:cxn modelId="{5A567CC4-B34B-412F-85A7-5617B8580BF0}" type="presOf" srcId="{06EF8A1D-FEA4-4277-BA7D-A47E4E923C12}" destId="{9977477C-FF52-4FF8-829B-3F6A32B46934}" srcOrd="0" destOrd="0" presId="urn:microsoft.com/office/officeart/2005/8/layout/default"/>
    <dgm:cxn modelId="{A1FED3CB-3122-47C3-A310-249752A24B91}" srcId="{E1580453-6953-4321-BC8F-E26AA7677BB7}" destId="{72ED3FB9-E0C3-4BF3-A4E8-BCE740AC743B}" srcOrd="3" destOrd="0" parTransId="{E5F23C4A-B238-46CA-8933-AE90A1653243}" sibTransId="{5BE0171E-9F21-456C-A28C-8373084E99F9}"/>
    <dgm:cxn modelId="{6DDE7AD0-7F37-420B-B5C0-136E930FC050}" type="presOf" srcId="{CE0A9AC3-7A09-4826-881B-F01845B6DF77}" destId="{26D37025-A683-4CF4-A142-EF9688D106DC}" srcOrd="0" destOrd="0" presId="urn:microsoft.com/office/officeart/2005/8/layout/default"/>
    <dgm:cxn modelId="{F53122D1-DA90-4C38-9BDE-B0ABFA93D55C}" type="presOf" srcId="{72ED3FB9-E0C3-4BF3-A4E8-BCE740AC743B}" destId="{F9AE2D0D-901B-4025-81F2-1B59394EEBC7}" srcOrd="0" destOrd="0" presId="urn:microsoft.com/office/officeart/2005/8/layout/default"/>
    <dgm:cxn modelId="{5AE13DD2-0E26-44A3-B631-5EA65C02E539}" srcId="{E1580453-6953-4321-BC8F-E26AA7677BB7}" destId="{4CC75A32-2B18-4192-841B-9345D545A1AF}" srcOrd="5" destOrd="0" parTransId="{D4F3C33B-F010-4764-AFF4-0F4860DF3129}" sibTransId="{48D0DB33-57F8-499F-A15C-0ACB3CC6CB34}"/>
    <dgm:cxn modelId="{DE35C9D5-BF70-4F04-A24F-DFB4C72D6BE0}" type="presOf" srcId="{73ABF51E-BCC2-4C64-ACB1-DA3E116F41B3}" destId="{7609AD35-5186-46EE-B500-52909A2FEA68}" srcOrd="0" destOrd="0" presId="urn:microsoft.com/office/officeart/2005/8/layout/default"/>
    <dgm:cxn modelId="{CCB823DB-9964-4BB3-B1C0-093EEF7B6445}" srcId="{E1580453-6953-4321-BC8F-E26AA7677BB7}" destId="{73ABF51E-BCC2-4C64-ACB1-DA3E116F41B3}" srcOrd="6" destOrd="0" parTransId="{25A2DBF3-B546-4FDF-BF1D-35FF9D2BE926}" sibTransId="{066DAC85-ADA1-4846-83F4-E7FECE141794}"/>
    <dgm:cxn modelId="{05B5D3FD-97B3-4680-931C-1FF38A7BF943}" type="presOf" srcId="{65A3D390-5D87-4FDE-B62B-2F79891CE54B}" destId="{9DE17A26-AC32-4432-9EB9-0E0F019ACA13}" srcOrd="0" destOrd="0" presId="urn:microsoft.com/office/officeart/2005/8/layout/default"/>
    <dgm:cxn modelId="{05D1C886-5B13-4938-B13C-A57E2A7A205D}" type="presParOf" srcId="{CD47194D-D5DE-416D-B3D4-C39DA19551F2}" destId="{26D37025-A683-4CF4-A142-EF9688D106DC}" srcOrd="0" destOrd="0" presId="urn:microsoft.com/office/officeart/2005/8/layout/default"/>
    <dgm:cxn modelId="{FA9642CD-B863-4414-965F-E73F8DF22B5A}" type="presParOf" srcId="{CD47194D-D5DE-416D-B3D4-C39DA19551F2}" destId="{2F516732-B91E-47CD-BBC8-6F18926D4236}" srcOrd="1" destOrd="0" presId="urn:microsoft.com/office/officeart/2005/8/layout/default"/>
    <dgm:cxn modelId="{63D4CFCD-4ED7-45B5-9466-FC049C179ECC}" type="presParOf" srcId="{CD47194D-D5DE-416D-B3D4-C39DA19551F2}" destId="{97443F28-DC68-49D1-A847-28ED3279A5A5}" srcOrd="2" destOrd="0" presId="urn:microsoft.com/office/officeart/2005/8/layout/default"/>
    <dgm:cxn modelId="{11C48889-0785-43BD-9D20-A19B73B08E2D}" type="presParOf" srcId="{CD47194D-D5DE-416D-B3D4-C39DA19551F2}" destId="{3956E9DB-EC6B-49A0-A634-CE6E5B010E8B}" srcOrd="3" destOrd="0" presId="urn:microsoft.com/office/officeart/2005/8/layout/default"/>
    <dgm:cxn modelId="{DB39C9BB-42AB-4343-8291-8010A826394B}" type="presParOf" srcId="{CD47194D-D5DE-416D-B3D4-C39DA19551F2}" destId="{9DE17A26-AC32-4432-9EB9-0E0F019ACA13}" srcOrd="4" destOrd="0" presId="urn:microsoft.com/office/officeart/2005/8/layout/default"/>
    <dgm:cxn modelId="{CB22A53D-BBC2-4C9D-94F8-A6F85FD0B9EF}" type="presParOf" srcId="{CD47194D-D5DE-416D-B3D4-C39DA19551F2}" destId="{99DC40E6-EB5B-4AA7-B149-5B0A71D19EBC}" srcOrd="5" destOrd="0" presId="urn:microsoft.com/office/officeart/2005/8/layout/default"/>
    <dgm:cxn modelId="{10D70406-2F3C-4BEC-B207-AD255632FE5F}" type="presParOf" srcId="{CD47194D-D5DE-416D-B3D4-C39DA19551F2}" destId="{F9AE2D0D-901B-4025-81F2-1B59394EEBC7}" srcOrd="6" destOrd="0" presId="urn:microsoft.com/office/officeart/2005/8/layout/default"/>
    <dgm:cxn modelId="{57775760-6D45-4B71-97DA-2218107A9128}" type="presParOf" srcId="{CD47194D-D5DE-416D-B3D4-C39DA19551F2}" destId="{C90DDD58-947B-42C9-A1D6-A66AD102E48C}" srcOrd="7" destOrd="0" presId="urn:microsoft.com/office/officeart/2005/8/layout/default"/>
    <dgm:cxn modelId="{0800DCF7-2C1D-442F-9322-99571DA9E51F}" type="presParOf" srcId="{CD47194D-D5DE-416D-B3D4-C39DA19551F2}" destId="{9977477C-FF52-4FF8-829B-3F6A32B46934}" srcOrd="8" destOrd="0" presId="urn:microsoft.com/office/officeart/2005/8/layout/default"/>
    <dgm:cxn modelId="{BF76EF77-8B91-4B58-B5E3-4F741F6D5F1D}" type="presParOf" srcId="{CD47194D-D5DE-416D-B3D4-C39DA19551F2}" destId="{954FE2AA-2B9B-410B-998B-3DF45A351C0D}" srcOrd="9" destOrd="0" presId="urn:microsoft.com/office/officeart/2005/8/layout/default"/>
    <dgm:cxn modelId="{F9D9BE17-F9DA-4297-9BC0-61D340C202B8}" type="presParOf" srcId="{CD47194D-D5DE-416D-B3D4-C39DA19551F2}" destId="{D91029CE-0556-457A-9CDE-A0E47F957917}" srcOrd="10" destOrd="0" presId="urn:microsoft.com/office/officeart/2005/8/layout/default"/>
    <dgm:cxn modelId="{287E07F6-3802-479A-93C7-62FAF9381322}" type="presParOf" srcId="{CD47194D-D5DE-416D-B3D4-C39DA19551F2}" destId="{07683437-5567-4B91-A836-368E3E165AFC}" srcOrd="11" destOrd="0" presId="urn:microsoft.com/office/officeart/2005/8/layout/default"/>
    <dgm:cxn modelId="{C85E99B9-9E8C-45F4-8729-27AAE0ADD88D}" type="presParOf" srcId="{CD47194D-D5DE-416D-B3D4-C39DA19551F2}" destId="{7609AD35-5186-46EE-B500-52909A2FEA68}" srcOrd="1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A32CCE9-2F96-47BA-8146-E8D21E1BA8DE}" type="doc">
      <dgm:prSet loTypeId="urn:microsoft.com/office/officeart/2016/7/layout/RepeatingBendingProcessNew" loCatId="process" qsTypeId="urn:microsoft.com/office/officeart/2005/8/quickstyle/simple2" qsCatId="simple" csTypeId="urn:microsoft.com/office/officeart/2005/8/colors/colorful2" csCatId="colorful"/>
      <dgm:spPr/>
      <dgm:t>
        <a:bodyPr/>
        <a:lstStyle/>
        <a:p>
          <a:endParaRPr lang="en-US"/>
        </a:p>
      </dgm:t>
    </dgm:pt>
    <dgm:pt modelId="{6E8777DA-6DE6-4F02-B823-07EF07E5233A}">
      <dgm:prSet/>
      <dgm:spPr/>
      <dgm:t>
        <a:bodyPr/>
        <a:lstStyle/>
        <a:p>
          <a:r>
            <a:rPr lang="en-US"/>
            <a:t>• Detect text regions using YOLOv3 bounding boxes.</a:t>
          </a:r>
        </a:p>
      </dgm:t>
    </dgm:pt>
    <dgm:pt modelId="{800C9906-19FE-4A79-BA27-73BEE47E36AC}" type="parTrans" cxnId="{5E1A7F35-2F78-480C-9215-04CF965E05DA}">
      <dgm:prSet/>
      <dgm:spPr/>
      <dgm:t>
        <a:bodyPr/>
        <a:lstStyle/>
        <a:p>
          <a:endParaRPr lang="en-US"/>
        </a:p>
      </dgm:t>
    </dgm:pt>
    <dgm:pt modelId="{9C4701EF-ACE6-4243-A49D-796171FE44FC}" type="sibTrans" cxnId="{5E1A7F35-2F78-480C-9215-04CF965E05DA}">
      <dgm:prSet/>
      <dgm:spPr/>
      <dgm:t>
        <a:bodyPr/>
        <a:lstStyle/>
        <a:p>
          <a:endParaRPr lang="en-US"/>
        </a:p>
      </dgm:t>
    </dgm:pt>
    <dgm:pt modelId="{E7CA55BA-BDFE-44CC-AA4B-51A0AC351BC2}">
      <dgm:prSet/>
      <dgm:spPr/>
      <dgm:t>
        <a:bodyPr/>
        <a:lstStyle/>
        <a:p>
          <a:r>
            <a:rPr lang="en-US"/>
            <a:t>• Crop and resize detected regions using OpenCV.</a:t>
          </a:r>
        </a:p>
      </dgm:t>
    </dgm:pt>
    <dgm:pt modelId="{806435A9-2218-414A-A6E5-44F1144FA937}" type="parTrans" cxnId="{3D7DDCE8-5CA5-4C4A-BEBA-B79D58AA4F0F}">
      <dgm:prSet/>
      <dgm:spPr/>
      <dgm:t>
        <a:bodyPr/>
        <a:lstStyle/>
        <a:p>
          <a:endParaRPr lang="en-US"/>
        </a:p>
      </dgm:t>
    </dgm:pt>
    <dgm:pt modelId="{8FA109F0-5ED7-49E4-A53C-A4A6B12B98CB}" type="sibTrans" cxnId="{3D7DDCE8-5CA5-4C4A-BEBA-B79D58AA4F0F}">
      <dgm:prSet/>
      <dgm:spPr/>
      <dgm:t>
        <a:bodyPr/>
        <a:lstStyle/>
        <a:p>
          <a:endParaRPr lang="en-US"/>
        </a:p>
      </dgm:t>
    </dgm:pt>
    <dgm:pt modelId="{B95FCF81-2F38-44CE-A9BB-A9AB2833D9A5}">
      <dgm:prSet/>
      <dgm:spPr/>
      <dgm:t>
        <a:bodyPr/>
        <a:lstStyle/>
        <a:p>
          <a:r>
            <a:rPr lang="en-US"/>
            <a:t>• Convert images to grayscale, apply Gaussian blur and threshold.</a:t>
          </a:r>
        </a:p>
      </dgm:t>
    </dgm:pt>
    <dgm:pt modelId="{C5D03F9A-18A7-4A36-B917-CBFEE0356147}" type="parTrans" cxnId="{BFDC656A-2D48-4A66-ABC2-10B66D330390}">
      <dgm:prSet/>
      <dgm:spPr/>
      <dgm:t>
        <a:bodyPr/>
        <a:lstStyle/>
        <a:p>
          <a:endParaRPr lang="en-US"/>
        </a:p>
      </dgm:t>
    </dgm:pt>
    <dgm:pt modelId="{A4302A52-7110-49DA-9231-1C8E6E42D331}" type="sibTrans" cxnId="{BFDC656A-2D48-4A66-ABC2-10B66D330390}">
      <dgm:prSet/>
      <dgm:spPr/>
      <dgm:t>
        <a:bodyPr/>
        <a:lstStyle/>
        <a:p>
          <a:endParaRPr lang="en-US"/>
        </a:p>
      </dgm:t>
    </dgm:pt>
    <dgm:pt modelId="{EE3B4991-33CC-4522-930A-D63A4DCCE5C1}">
      <dgm:prSet/>
      <dgm:spPr/>
      <dgm:t>
        <a:bodyPr/>
        <a:lstStyle/>
        <a:p>
          <a:r>
            <a:rPr lang="en-US"/>
            <a:t>• Invert colors (bitwise_not) to optimize for Tesseract OCR.</a:t>
          </a:r>
        </a:p>
      </dgm:t>
    </dgm:pt>
    <dgm:pt modelId="{804382FB-7A70-44B5-AA70-BFD76EC16E0B}" type="parTrans" cxnId="{F9232108-3E26-495A-BAB6-E6126EBCBCE7}">
      <dgm:prSet/>
      <dgm:spPr/>
      <dgm:t>
        <a:bodyPr/>
        <a:lstStyle/>
        <a:p>
          <a:endParaRPr lang="en-US"/>
        </a:p>
      </dgm:t>
    </dgm:pt>
    <dgm:pt modelId="{0D8C6534-706C-45CA-83B5-8CAF99575B5A}" type="sibTrans" cxnId="{F9232108-3E26-495A-BAB6-E6126EBCBCE7}">
      <dgm:prSet/>
      <dgm:spPr/>
      <dgm:t>
        <a:bodyPr/>
        <a:lstStyle/>
        <a:p>
          <a:endParaRPr lang="en-US"/>
        </a:p>
      </dgm:t>
    </dgm:pt>
    <dgm:pt modelId="{4BCA67B6-1393-4618-9A06-84972F1CECCA}">
      <dgm:prSet/>
      <dgm:spPr/>
      <dgm:t>
        <a:bodyPr/>
        <a:lstStyle/>
        <a:p>
          <a:r>
            <a:rPr lang="en-US"/>
            <a:t>• Extract text and export results as CSV.</a:t>
          </a:r>
        </a:p>
      </dgm:t>
    </dgm:pt>
    <dgm:pt modelId="{1472AA06-AB5C-4518-BAD9-7E9A0418B25A}" type="parTrans" cxnId="{DD7563CF-AE8F-47F2-8A37-008AA56CA3F0}">
      <dgm:prSet/>
      <dgm:spPr/>
      <dgm:t>
        <a:bodyPr/>
        <a:lstStyle/>
        <a:p>
          <a:endParaRPr lang="en-US"/>
        </a:p>
      </dgm:t>
    </dgm:pt>
    <dgm:pt modelId="{894E4984-8BA0-41CC-AABE-E46B58FBBDE5}" type="sibTrans" cxnId="{DD7563CF-AE8F-47F2-8A37-008AA56CA3F0}">
      <dgm:prSet/>
      <dgm:spPr/>
      <dgm:t>
        <a:bodyPr/>
        <a:lstStyle/>
        <a:p>
          <a:endParaRPr lang="en-US"/>
        </a:p>
      </dgm:t>
    </dgm:pt>
    <dgm:pt modelId="{0D848033-7A58-45D6-BB1F-A8F85653AA38}">
      <dgm:prSet/>
      <dgm:spPr/>
      <dgm:t>
        <a:bodyPr/>
        <a:lstStyle/>
        <a:p>
          <a:r>
            <a:rPr lang="en-US"/>
            <a:t>• Validate and fine-tune for improved accuracy.</a:t>
          </a:r>
        </a:p>
      </dgm:t>
    </dgm:pt>
    <dgm:pt modelId="{76283001-B117-47B4-B8FC-8FEF3FD47E0E}" type="parTrans" cxnId="{8E1E63D2-7600-43AE-B335-BA98114E98BC}">
      <dgm:prSet/>
      <dgm:spPr/>
      <dgm:t>
        <a:bodyPr/>
        <a:lstStyle/>
        <a:p>
          <a:endParaRPr lang="en-US"/>
        </a:p>
      </dgm:t>
    </dgm:pt>
    <dgm:pt modelId="{2DB6550B-889C-43D6-8A99-D1AF98D96119}" type="sibTrans" cxnId="{8E1E63D2-7600-43AE-B335-BA98114E98BC}">
      <dgm:prSet/>
      <dgm:spPr/>
      <dgm:t>
        <a:bodyPr/>
        <a:lstStyle/>
        <a:p>
          <a:endParaRPr lang="en-US"/>
        </a:p>
      </dgm:t>
    </dgm:pt>
    <dgm:pt modelId="{0E1928AE-4764-4247-95F0-0E8C79178DBA}" type="pres">
      <dgm:prSet presAssocID="{BA32CCE9-2F96-47BA-8146-E8D21E1BA8DE}" presName="Name0" presStyleCnt="0">
        <dgm:presLayoutVars>
          <dgm:dir/>
          <dgm:resizeHandles val="exact"/>
        </dgm:presLayoutVars>
      </dgm:prSet>
      <dgm:spPr/>
    </dgm:pt>
    <dgm:pt modelId="{3C9BCE2B-AE97-47A2-9585-F65C01BB1781}" type="pres">
      <dgm:prSet presAssocID="{6E8777DA-6DE6-4F02-B823-07EF07E5233A}" presName="node" presStyleLbl="node1" presStyleIdx="0" presStyleCnt="6">
        <dgm:presLayoutVars>
          <dgm:bulletEnabled val="1"/>
        </dgm:presLayoutVars>
      </dgm:prSet>
      <dgm:spPr/>
    </dgm:pt>
    <dgm:pt modelId="{6BECF47C-DDE3-43B1-8053-5E93AE106257}" type="pres">
      <dgm:prSet presAssocID="{9C4701EF-ACE6-4243-A49D-796171FE44FC}" presName="sibTrans" presStyleLbl="sibTrans1D1" presStyleIdx="0" presStyleCnt="5"/>
      <dgm:spPr/>
    </dgm:pt>
    <dgm:pt modelId="{F6145232-A8D5-4B50-A0E2-42167E2E0F0B}" type="pres">
      <dgm:prSet presAssocID="{9C4701EF-ACE6-4243-A49D-796171FE44FC}" presName="connectorText" presStyleLbl="sibTrans1D1" presStyleIdx="0" presStyleCnt="5"/>
      <dgm:spPr/>
    </dgm:pt>
    <dgm:pt modelId="{52D27DFF-AA4D-4105-B716-C35160F3093F}" type="pres">
      <dgm:prSet presAssocID="{E7CA55BA-BDFE-44CC-AA4B-51A0AC351BC2}" presName="node" presStyleLbl="node1" presStyleIdx="1" presStyleCnt="6">
        <dgm:presLayoutVars>
          <dgm:bulletEnabled val="1"/>
        </dgm:presLayoutVars>
      </dgm:prSet>
      <dgm:spPr/>
    </dgm:pt>
    <dgm:pt modelId="{57E4624F-6CCA-4801-A422-6CC43360575B}" type="pres">
      <dgm:prSet presAssocID="{8FA109F0-5ED7-49E4-A53C-A4A6B12B98CB}" presName="sibTrans" presStyleLbl="sibTrans1D1" presStyleIdx="1" presStyleCnt="5"/>
      <dgm:spPr/>
    </dgm:pt>
    <dgm:pt modelId="{72702167-54CB-45F7-8FE1-C4BCBBDE6664}" type="pres">
      <dgm:prSet presAssocID="{8FA109F0-5ED7-49E4-A53C-A4A6B12B98CB}" presName="connectorText" presStyleLbl="sibTrans1D1" presStyleIdx="1" presStyleCnt="5"/>
      <dgm:spPr/>
    </dgm:pt>
    <dgm:pt modelId="{9E7EF652-FB62-4665-AA01-1284A23C54B2}" type="pres">
      <dgm:prSet presAssocID="{B95FCF81-2F38-44CE-A9BB-A9AB2833D9A5}" presName="node" presStyleLbl="node1" presStyleIdx="2" presStyleCnt="6">
        <dgm:presLayoutVars>
          <dgm:bulletEnabled val="1"/>
        </dgm:presLayoutVars>
      </dgm:prSet>
      <dgm:spPr/>
    </dgm:pt>
    <dgm:pt modelId="{01CE131E-A947-4344-AC9C-E79328650221}" type="pres">
      <dgm:prSet presAssocID="{A4302A52-7110-49DA-9231-1C8E6E42D331}" presName="sibTrans" presStyleLbl="sibTrans1D1" presStyleIdx="2" presStyleCnt="5"/>
      <dgm:spPr/>
    </dgm:pt>
    <dgm:pt modelId="{8A0C66E1-E8DE-4587-AFB2-321B558E5BA0}" type="pres">
      <dgm:prSet presAssocID="{A4302A52-7110-49DA-9231-1C8E6E42D331}" presName="connectorText" presStyleLbl="sibTrans1D1" presStyleIdx="2" presStyleCnt="5"/>
      <dgm:spPr/>
    </dgm:pt>
    <dgm:pt modelId="{A6C4138A-83DB-4228-9767-B2DBED796BA1}" type="pres">
      <dgm:prSet presAssocID="{EE3B4991-33CC-4522-930A-D63A4DCCE5C1}" presName="node" presStyleLbl="node1" presStyleIdx="3" presStyleCnt="6">
        <dgm:presLayoutVars>
          <dgm:bulletEnabled val="1"/>
        </dgm:presLayoutVars>
      </dgm:prSet>
      <dgm:spPr/>
    </dgm:pt>
    <dgm:pt modelId="{A0E69C3D-92E3-4C41-8E22-10A9EA76B7CB}" type="pres">
      <dgm:prSet presAssocID="{0D8C6534-706C-45CA-83B5-8CAF99575B5A}" presName="sibTrans" presStyleLbl="sibTrans1D1" presStyleIdx="3" presStyleCnt="5"/>
      <dgm:spPr/>
    </dgm:pt>
    <dgm:pt modelId="{92954390-2494-4839-955A-91A1BA9A338A}" type="pres">
      <dgm:prSet presAssocID="{0D8C6534-706C-45CA-83B5-8CAF99575B5A}" presName="connectorText" presStyleLbl="sibTrans1D1" presStyleIdx="3" presStyleCnt="5"/>
      <dgm:spPr/>
    </dgm:pt>
    <dgm:pt modelId="{BEF60DEC-BED9-462C-8C8E-6F74A71605F8}" type="pres">
      <dgm:prSet presAssocID="{4BCA67B6-1393-4618-9A06-84972F1CECCA}" presName="node" presStyleLbl="node1" presStyleIdx="4" presStyleCnt="6">
        <dgm:presLayoutVars>
          <dgm:bulletEnabled val="1"/>
        </dgm:presLayoutVars>
      </dgm:prSet>
      <dgm:spPr/>
    </dgm:pt>
    <dgm:pt modelId="{DEA0E834-FBF0-43B2-94ED-C21296E808CD}" type="pres">
      <dgm:prSet presAssocID="{894E4984-8BA0-41CC-AABE-E46B58FBBDE5}" presName="sibTrans" presStyleLbl="sibTrans1D1" presStyleIdx="4" presStyleCnt="5"/>
      <dgm:spPr/>
    </dgm:pt>
    <dgm:pt modelId="{7DA81011-648A-443D-86D5-697E08C9B2AC}" type="pres">
      <dgm:prSet presAssocID="{894E4984-8BA0-41CC-AABE-E46B58FBBDE5}" presName="connectorText" presStyleLbl="sibTrans1D1" presStyleIdx="4" presStyleCnt="5"/>
      <dgm:spPr/>
    </dgm:pt>
    <dgm:pt modelId="{06F6F4D0-5261-4F6C-BE0A-06B98DCBD2C2}" type="pres">
      <dgm:prSet presAssocID="{0D848033-7A58-45D6-BB1F-A8F85653AA38}" presName="node" presStyleLbl="node1" presStyleIdx="5" presStyleCnt="6">
        <dgm:presLayoutVars>
          <dgm:bulletEnabled val="1"/>
        </dgm:presLayoutVars>
      </dgm:prSet>
      <dgm:spPr/>
    </dgm:pt>
  </dgm:ptLst>
  <dgm:cxnLst>
    <dgm:cxn modelId="{241BC602-7A3B-4600-ACF9-1AF2DC3DB0D7}" type="presOf" srcId="{0D848033-7A58-45D6-BB1F-A8F85653AA38}" destId="{06F6F4D0-5261-4F6C-BE0A-06B98DCBD2C2}" srcOrd="0" destOrd="0" presId="urn:microsoft.com/office/officeart/2016/7/layout/RepeatingBendingProcessNew"/>
    <dgm:cxn modelId="{177F7D03-A0D8-4CE2-9A0A-A6F2ABA50DF4}" type="presOf" srcId="{BA32CCE9-2F96-47BA-8146-E8D21E1BA8DE}" destId="{0E1928AE-4764-4247-95F0-0E8C79178DBA}" srcOrd="0" destOrd="0" presId="urn:microsoft.com/office/officeart/2016/7/layout/RepeatingBendingProcessNew"/>
    <dgm:cxn modelId="{F9232108-3E26-495A-BAB6-E6126EBCBCE7}" srcId="{BA32CCE9-2F96-47BA-8146-E8D21E1BA8DE}" destId="{EE3B4991-33CC-4522-930A-D63A4DCCE5C1}" srcOrd="3" destOrd="0" parTransId="{804382FB-7A70-44B5-AA70-BFD76EC16E0B}" sibTransId="{0D8C6534-706C-45CA-83B5-8CAF99575B5A}"/>
    <dgm:cxn modelId="{29C3D114-0944-479D-A3F7-10D9E7E9C85B}" type="presOf" srcId="{9C4701EF-ACE6-4243-A49D-796171FE44FC}" destId="{6BECF47C-DDE3-43B1-8053-5E93AE106257}" srcOrd="0" destOrd="0" presId="urn:microsoft.com/office/officeart/2016/7/layout/RepeatingBendingProcessNew"/>
    <dgm:cxn modelId="{011AD918-D0F2-4566-ABDD-DE0CD96519D0}" type="presOf" srcId="{A4302A52-7110-49DA-9231-1C8E6E42D331}" destId="{8A0C66E1-E8DE-4587-AFB2-321B558E5BA0}" srcOrd="1" destOrd="0" presId="urn:microsoft.com/office/officeart/2016/7/layout/RepeatingBendingProcessNew"/>
    <dgm:cxn modelId="{2FCBCF25-4B0B-4131-AC52-71E422BC75F0}" type="presOf" srcId="{894E4984-8BA0-41CC-AABE-E46B58FBBDE5}" destId="{DEA0E834-FBF0-43B2-94ED-C21296E808CD}" srcOrd="0" destOrd="0" presId="urn:microsoft.com/office/officeart/2016/7/layout/RepeatingBendingProcessNew"/>
    <dgm:cxn modelId="{0DC8B928-5B84-4FDE-984F-C7E8D5714583}" type="presOf" srcId="{B95FCF81-2F38-44CE-A9BB-A9AB2833D9A5}" destId="{9E7EF652-FB62-4665-AA01-1284A23C54B2}" srcOrd="0" destOrd="0" presId="urn:microsoft.com/office/officeart/2016/7/layout/RepeatingBendingProcessNew"/>
    <dgm:cxn modelId="{5E1A7F35-2F78-480C-9215-04CF965E05DA}" srcId="{BA32CCE9-2F96-47BA-8146-E8D21E1BA8DE}" destId="{6E8777DA-6DE6-4F02-B823-07EF07E5233A}" srcOrd="0" destOrd="0" parTransId="{800C9906-19FE-4A79-BA27-73BEE47E36AC}" sibTransId="{9C4701EF-ACE6-4243-A49D-796171FE44FC}"/>
    <dgm:cxn modelId="{6622CF60-02DA-4C49-B903-B2EBE7B5460C}" type="presOf" srcId="{6E8777DA-6DE6-4F02-B823-07EF07E5233A}" destId="{3C9BCE2B-AE97-47A2-9585-F65C01BB1781}" srcOrd="0" destOrd="0" presId="urn:microsoft.com/office/officeart/2016/7/layout/RepeatingBendingProcessNew"/>
    <dgm:cxn modelId="{BFDC656A-2D48-4A66-ABC2-10B66D330390}" srcId="{BA32CCE9-2F96-47BA-8146-E8D21E1BA8DE}" destId="{B95FCF81-2F38-44CE-A9BB-A9AB2833D9A5}" srcOrd="2" destOrd="0" parTransId="{C5D03F9A-18A7-4A36-B917-CBFEE0356147}" sibTransId="{A4302A52-7110-49DA-9231-1C8E6E42D331}"/>
    <dgm:cxn modelId="{1421666B-397E-4BBD-8ADA-A28FFDE8CDE8}" type="presOf" srcId="{8FA109F0-5ED7-49E4-A53C-A4A6B12B98CB}" destId="{72702167-54CB-45F7-8FE1-C4BCBBDE6664}" srcOrd="1" destOrd="0" presId="urn:microsoft.com/office/officeart/2016/7/layout/RepeatingBendingProcessNew"/>
    <dgm:cxn modelId="{43CA9C4E-4415-4C15-AD0A-05510CC505BC}" type="presOf" srcId="{894E4984-8BA0-41CC-AABE-E46B58FBBDE5}" destId="{7DA81011-648A-443D-86D5-697E08C9B2AC}" srcOrd="1" destOrd="0" presId="urn:microsoft.com/office/officeart/2016/7/layout/RepeatingBendingProcessNew"/>
    <dgm:cxn modelId="{6FA25891-9EAE-4194-80E1-9ED295A714AF}" type="presOf" srcId="{E7CA55BA-BDFE-44CC-AA4B-51A0AC351BC2}" destId="{52D27DFF-AA4D-4105-B716-C35160F3093F}" srcOrd="0" destOrd="0" presId="urn:microsoft.com/office/officeart/2016/7/layout/RepeatingBendingProcessNew"/>
    <dgm:cxn modelId="{EF6CDEC7-12C8-4FB8-80FE-A4595EE5C4CD}" type="presOf" srcId="{0D8C6534-706C-45CA-83B5-8CAF99575B5A}" destId="{A0E69C3D-92E3-4C41-8E22-10A9EA76B7CB}" srcOrd="0" destOrd="0" presId="urn:microsoft.com/office/officeart/2016/7/layout/RepeatingBendingProcessNew"/>
    <dgm:cxn modelId="{DD7563CF-AE8F-47F2-8A37-008AA56CA3F0}" srcId="{BA32CCE9-2F96-47BA-8146-E8D21E1BA8DE}" destId="{4BCA67B6-1393-4618-9A06-84972F1CECCA}" srcOrd="4" destOrd="0" parTransId="{1472AA06-AB5C-4518-BAD9-7E9A0418B25A}" sibTransId="{894E4984-8BA0-41CC-AABE-E46B58FBBDE5}"/>
    <dgm:cxn modelId="{8E1E63D2-7600-43AE-B335-BA98114E98BC}" srcId="{BA32CCE9-2F96-47BA-8146-E8D21E1BA8DE}" destId="{0D848033-7A58-45D6-BB1F-A8F85653AA38}" srcOrd="5" destOrd="0" parTransId="{76283001-B117-47B4-B8FC-8FEF3FD47E0E}" sibTransId="{2DB6550B-889C-43D6-8A99-D1AF98D96119}"/>
    <dgm:cxn modelId="{689616DF-782B-4378-B1E2-DBDA673C079A}" type="presOf" srcId="{A4302A52-7110-49DA-9231-1C8E6E42D331}" destId="{01CE131E-A947-4344-AC9C-E79328650221}" srcOrd="0" destOrd="0" presId="urn:microsoft.com/office/officeart/2016/7/layout/RepeatingBendingProcessNew"/>
    <dgm:cxn modelId="{9EA626E3-DA02-4C56-8A9B-6847E6A402D5}" type="presOf" srcId="{0D8C6534-706C-45CA-83B5-8CAF99575B5A}" destId="{92954390-2494-4839-955A-91A1BA9A338A}" srcOrd="1" destOrd="0" presId="urn:microsoft.com/office/officeart/2016/7/layout/RepeatingBendingProcessNew"/>
    <dgm:cxn modelId="{3D7DDCE8-5CA5-4C4A-BEBA-B79D58AA4F0F}" srcId="{BA32CCE9-2F96-47BA-8146-E8D21E1BA8DE}" destId="{E7CA55BA-BDFE-44CC-AA4B-51A0AC351BC2}" srcOrd="1" destOrd="0" parTransId="{806435A9-2218-414A-A6E5-44F1144FA937}" sibTransId="{8FA109F0-5ED7-49E4-A53C-A4A6B12B98CB}"/>
    <dgm:cxn modelId="{37EFA6EC-DD1F-40D0-8B6D-4E2B9F6282E5}" type="presOf" srcId="{8FA109F0-5ED7-49E4-A53C-A4A6B12B98CB}" destId="{57E4624F-6CCA-4801-A422-6CC43360575B}" srcOrd="0" destOrd="0" presId="urn:microsoft.com/office/officeart/2016/7/layout/RepeatingBendingProcessNew"/>
    <dgm:cxn modelId="{F4DF0EF1-42E1-4BC9-9C68-B6F52E61C77F}" type="presOf" srcId="{9C4701EF-ACE6-4243-A49D-796171FE44FC}" destId="{F6145232-A8D5-4B50-A0E2-42167E2E0F0B}" srcOrd="1" destOrd="0" presId="urn:microsoft.com/office/officeart/2016/7/layout/RepeatingBendingProcessNew"/>
    <dgm:cxn modelId="{FD8D26FE-BF00-4E57-B02C-2637BAAF9B73}" type="presOf" srcId="{4BCA67B6-1393-4618-9A06-84972F1CECCA}" destId="{BEF60DEC-BED9-462C-8C8E-6F74A71605F8}" srcOrd="0" destOrd="0" presId="urn:microsoft.com/office/officeart/2016/7/layout/RepeatingBendingProcessNew"/>
    <dgm:cxn modelId="{DFA61AFF-0183-4129-96BD-0FEC28D6EE15}" type="presOf" srcId="{EE3B4991-33CC-4522-930A-D63A4DCCE5C1}" destId="{A6C4138A-83DB-4228-9767-B2DBED796BA1}" srcOrd="0" destOrd="0" presId="urn:microsoft.com/office/officeart/2016/7/layout/RepeatingBendingProcessNew"/>
    <dgm:cxn modelId="{241EB0E1-4426-40ED-9DEB-202CFCF9C81C}" type="presParOf" srcId="{0E1928AE-4764-4247-95F0-0E8C79178DBA}" destId="{3C9BCE2B-AE97-47A2-9585-F65C01BB1781}" srcOrd="0" destOrd="0" presId="urn:microsoft.com/office/officeart/2016/7/layout/RepeatingBendingProcessNew"/>
    <dgm:cxn modelId="{21C8160F-0378-4845-B9FC-49EF5BF04BCB}" type="presParOf" srcId="{0E1928AE-4764-4247-95F0-0E8C79178DBA}" destId="{6BECF47C-DDE3-43B1-8053-5E93AE106257}" srcOrd="1" destOrd="0" presId="urn:microsoft.com/office/officeart/2016/7/layout/RepeatingBendingProcessNew"/>
    <dgm:cxn modelId="{1864BA8B-1056-4144-9071-FCDDCF8BC048}" type="presParOf" srcId="{6BECF47C-DDE3-43B1-8053-5E93AE106257}" destId="{F6145232-A8D5-4B50-A0E2-42167E2E0F0B}" srcOrd="0" destOrd="0" presId="urn:microsoft.com/office/officeart/2016/7/layout/RepeatingBendingProcessNew"/>
    <dgm:cxn modelId="{24AA05E0-A8C3-4C06-9936-03DABF9756D6}" type="presParOf" srcId="{0E1928AE-4764-4247-95F0-0E8C79178DBA}" destId="{52D27DFF-AA4D-4105-B716-C35160F3093F}" srcOrd="2" destOrd="0" presId="urn:microsoft.com/office/officeart/2016/7/layout/RepeatingBendingProcessNew"/>
    <dgm:cxn modelId="{99944E9C-5846-4B5A-B4C3-4BB4DFF11B94}" type="presParOf" srcId="{0E1928AE-4764-4247-95F0-0E8C79178DBA}" destId="{57E4624F-6CCA-4801-A422-6CC43360575B}" srcOrd="3" destOrd="0" presId="urn:microsoft.com/office/officeart/2016/7/layout/RepeatingBendingProcessNew"/>
    <dgm:cxn modelId="{37A98FF9-C1C5-4DC7-BC7A-B790690B40A0}" type="presParOf" srcId="{57E4624F-6CCA-4801-A422-6CC43360575B}" destId="{72702167-54CB-45F7-8FE1-C4BCBBDE6664}" srcOrd="0" destOrd="0" presId="urn:microsoft.com/office/officeart/2016/7/layout/RepeatingBendingProcessNew"/>
    <dgm:cxn modelId="{7B1491E0-C9EB-47E7-BC4B-A90F123408E8}" type="presParOf" srcId="{0E1928AE-4764-4247-95F0-0E8C79178DBA}" destId="{9E7EF652-FB62-4665-AA01-1284A23C54B2}" srcOrd="4" destOrd="0" presId="urn:microsoft.com/office/officeart/2016/7/layout/RepeatingBendingProcessNew"/>
    <dgm:cxn modelId="{7886AD00-E6DF-4554-883D-0E4052EEBE31}" type="presParOf" srcId="{0E1928AE-4764-4247-95F0-0E8C79178DBA}" destId="{01CE131E-A947-4344-AC9C-E79328650221}" srcOrd="5" destOrd="0" presId="urn:microsoft.com/office/officeart/2016/7/layout/RepeatingBendingProcessNew"/>
    <dgm:cxn modelId="{836BFC2F-15BC-4774-9535-806B75846790}" type="presParOf" srcId="{01CE131E-A947-4344-AC9C-E79328650221}" destId="{8A0C66E1-E8DE-4587-AFB2-321B558E5BA0}" srcOrd="0" destOrd="0" presId="urn:microsoft.com/office/officeart/2016/7/layout/RepeatingBendingProcessNew"/>
    <dgm:cxn modelId="{BEBAD544-A0F5-42E8-AF25-0FC9956A3F97}" type="presParOf" srcId="{0E1928AE-4764-4247-95F0-0E8C79178DBA}" destId="{A6C4138A-83DB-4228-9767-B2DBED796BA1}" srcOrd="6" destOrd="0" presId="urn:microsoft.com/office/officeart/2016/7/layout/RepeatingBendingProcessNew"/>
    <dgm:cxn modelId="{1D8BD0D1-327E-4FC6-8F23-BB6A1C9AFCF8}" type="presParOf" srcId="{0E1928AE-4764-4247-95F0-0E8C79178DBA}" destId="{A0E69C3D-92E3-4C41-8E22-10A9EA76B7CB}" srcOrd="7" destOrd="0" presId="urn:microsoft.com/office/officeart/2016/7/layout/RepeatingBendingProcessNew"/>
    <dgm:cxn modelId="{AFE0F03E-899E-478E-B230-9D60B38FDB10}" type="presParOf" srcId="{A0E69C3D-92E3-4C41-8E22-10A9EA76B7CB}" destId="{92954390-2494-4839-955A-91A1BA9A338A}" srcOrd="0" destOrd="0" presId="urn:microsoft.com/office/officeart/2016/7/layout/RepeatingBendingProcessNew"/>
    <dgm:cxn modelId="{F7D00250-31AF-4CA0-8F22-B7D0D085E615}" type="presParOf" srcId="{0E1928AE-4764-4247-95F0-0E8C79178DBA}" destId="{BEF60DEC-BED9-462C-8C8E-6F74A71605F8}" srcOrd="8" destOrd="0" presId="urn:microsoft.com/office/officeart/2016/7/layout/RepeatingBendingProcessNew"/>
    <dgm:cxn modelId="{637D16EB-5E6B-4466-9180-006790540080}" type="presParOf" srcId="{0E1928AE-4764-4247-95F0-0E8C79178DBA}" destId="{DEA0E834-FBF0-43B2-94ED-C21296E808CD}" srcOrd="9" destOrd="0" presId="urn:microsoft.com/office/officeart/2016/7/layout/RepeatingBendingProcessNew"/>
    <dgm:cxn modelId="{E42E76CE-3D7D-4691-9D5C-98D1A9129E28}" type="presParOf" srcId="{DEA0E834-FBF0-43B2-94ED-C21296E808CD}" destId="{7DA81011-648A-443D-86D5-697E08C9B2AC}" srcOrd="0" destOrd="0" presId="urn:microsoft.com/office/officeart/2016/7/layout/RepeatingBendingProcessNew"/>
    <dgm:cxn modelId="{FD6A4078-F2F0-4F20-B8CB-21D8E8E4E635}" type="presParOf" srcId="{0E1928AE-4764-4247-95F0-0E8C79178DBA}" destId="{06F6F4D0-5261-4F6C-BE0A-06B98DCBD2C2}"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6F53BB3-1E41-4E92-823C-6BEC43CE2E30}" type="doc">
      <dgm:prSet loTypeId="urn:microsoft.com/office/officeart/2018/2/layout/IconLabelList" loCatId="icon" qsTypeId="urn:microsoft.com/office/officeart/2005/8/quickstyle/simple1" qsCatId="simple" csTypeId="urn:microsoft.com/office/officeart/2018/5/colors/Iconchunking_neutralbg_colorful5" csCatId="colorful" phldr="1"/>
      <dgm:spPr/>
      <dgm:t>
        <a:bodyPr/>
        <a:lstStyle/>
        <a:p>
          <a:endParaRPr lang="en-US"/>
        </a:p>
      </dgm:t>
    </dgm:pt>
    <dgm:pt modelId="{84D3D6C7-66D4-4F7D-9A46-F75441C49156}">
      <dgm:prSet/>
      <dgm:spPr/>
      <dgm:t>
        <a:bodyPr/>
        <a:lstStyle/>
        <a:p>
          <a:r>
            <a:rPr lang="en-US" dirty="0"/>
            <a:t>• Colab used for model training and experimentation.</a:t>
          </a:r>
        </a:p>
      </dgm:t>
    </dgm:pt>
    <dgm:pt modelId="{7860A8BB-02D9-4703-B230-81F91485F6EE}" type="parTrans" cxnId="{AF679376-33F8-42AB-92CC-6528CA10856C}">
      <dgm:prSet/>
      <dgm:spPr/>
      <dgm:t>
        <a:bodyPr/>
        <a:lstStyle/>
        <a:p>
          <a:endParaRPr lang="en-US"/>
        </a:p>
      </dgm:t>
    </dgm:pt>
    <dgm:pt modelId="{B68BE432-B380-405E-86E7-66523E1B1DB0}" type="sibTrans" cxnId="{AF679376-33F8-42AB-92CC-6528CA10856C}">
      <dgm:prSet/>
      <dgm:spPr/>
      <dgm:t>
        <a:bodyPr/>
        <a:lstStyle/>
        <a:p>
          <a:endParaRPr lang="en-US"/>
        </a:p>
      </dgm:t>
    </dgm:pt>
    <dgm:pt modelId="{8D77554F-FAF2-479E-977E-C9A6CCEAC93E}">
      <dgm:prSet/>
      <dgm:spPr/>
      <dgm:t>
        <a:bodyPr/>
        <a:lstStyle/>
        <a:p>
          <a:r>
            <a:rPr lang="en-US" dirty="0"/>
            <a:t>• Drive stores dataset, trained weights, and output files.</a:t>
          </a:r>
        </a:p>
      </dgm:t>
    </dgm:pt>
    <dgm:pt modelId="{E525C113-5971-4B0A-BAAD-4B588E6A5A61}" type="parTrans" cxnId="{E1296425-8720-4C04-9BA2-613CA39950BF}">
      <dgm:prSet/>
      <dgm:spPr/>
      <dgm:t>
        <a:bodyPr/>
        <a:lstStyle/>
        <a:p>
          <a:endParaRPr lang="en-US"/>
        </a:p>
      </dgm:t>
    </dgm:pt>
    <dgm:pt modelId="{DCD56586-946B-4E63-83D9-C9D4796BCECA}" type="sibTrans" cxnId="{E1296425-8720-4C04-9BA2-613CA39950BF}">
      <dgm:prSet/>
      <dgm:spPr/>
      <dgm:t>
        <a:bodyPr/>
        <a:lstStyle/>
        <a:p>
          <a:endParaRPr lang="en-US"/>
        </a:p>
      </dgm:t>
    </dgm:pt>
    <dgm:pt modelId="{1055B149-D854-4297-93BF-C5CF32C8B2AD}">
      <dgm:prSet/>
      <dgm:spPr/>
      <dgm:t>
        <a:bodyPr/>
        <a:lstStyle/>
        <a:p>
          <a:r>
            <a:rPr lang="en-US"/>
            <a:t>• Ensures scalability and data persistence.</a:t>
          </a:r>
        </a:p>
      </dgm:t>
    </dgm:pt>
    <dgm:pt modelId="{571F702B-F6ED-4EFF-83A5-EB635950CBE2}" type="parTrans" cxnId="{A5E7011B-4713-4C21-A914-391783B54142}">
      <dgm:prSet/>
      <dgm:spPr/>
      <dgm:t>
        <a:bodyPr/>
        <a:lstStyle/>
        <a:p>
          <a:endParaRPr lang="en-US"/>
        </a:p>
      </dgm:t>
    </dgm:pt>
    <dgm:pt modelId="{418EE5B7-A09B-43A4-BECB-9A7652315CE9}" type="sibTrans" cxnId="{A5E7011B-4713-4C21-A914-391783B54142}">
      <dgm:prSet/>
      <dgm:spPr/>
      <dgm:t>
        <a:bodyPr/>
        <a:lstStyle/>
        <a:p>
          <a:endParaRPr lang="en-US"/>
        </a:p>
      </dgm:t>
    </dgm:pt>
    <dgm:pt modelId="{61AECD84-8AD2-44DB-A273-7EDF2FB7E500}">
      <dgm:prSet/>
      <dgm:spPr/>
      <dgm:t>
        <a:bodyPr/>
        <a:lstStyle/>
        <a:p>
          <a:r>
            <a:rPr lang="en-US"/>
            <a:t>• Enables future automation and CI/CD pipelines.</a:t>
          </a:r>
        </a:p>
      </dgm:t>
    </dgm:pt>
    <dgm:pt modelId="{53BE75A1-1D15-4A0A-BC9F-26D442B38637}" type="parTrans" cxnId="{937A5F1A-6AE9-456B-8120-C205FA81A532}">
      <dgm:prSet/>
      <dgm:spPr/>
      <dgm:t>
        <a:bodyPr/>
        <a:lstStyle/>
        <a:p>
          <a:endParaRPr lang="en-US"/>
        </a:p>
      </dgm:t>
    </dgm:pt>
    <dgm:pt modelId="{6DCC9118-76DA-445F-9B35-C47CC5867555}" type="sibTrans" cxnId="{937A5F1A-6AE9-456B-8120-C205FA81A532}">
      <dgm:prSet/>
      <dgm:spPr/>
      <dgm:t>
        <a:bodyPr/>
        <a:lstStyle/>
        <a:p>
          <a:endParaRPr lang="en-US"/>
        </a:p>
      </dgm:t>
    </dgm:pt>
    <dgm:pt modelId="{8342F626-D879-45B5-9ABC-F6C1D63F18D2}" type="pres">
      <dgm:prSet presAssocID="{E6F53BB3-1E41-4E92-823C-6BEC43CE2E30}" presName="root" presStyleCnt="0">
        <dgm:presLayoutVars>
          <dgm:dir/>
          <dgm:resizeHandles val="exact"/>
        </dgm:presLayoutVars>
      </dgm:prSet>
      <dgm:spPr/>
    </dgm:pt>
    <dgm:pt modelId="{369A587F-3B29-4E1C-8167-A4976D1E9206}" type="pres">
      <dgm:prSet presAssocID="{84D3D6C7-66D4-4F7D-9A46-F75441C49156}" presName="compNode" presStyleCnt="0"/>
      <dgm:spPr/>
    </dgm:pt>
    <dgm:pt modelId="{88E043EB-9F47-4D5A-97BD-073897C895AA}" type="pres">
      <dgm:prSet presAssocID="{84D3D6C7-66D4-4F7D-9A46-F75441C4915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ientist"/>
        </a:ext>
      </dgm:extLst>
    </dgm:pt>
    <dgm:pt modelId="{763D9524-D06A-4522-8373-9589F1AE59A3}" type="pres">
      <dgm:prSet presAssocID="{84D3D6C7-66D4-4F7D-9A46-F75441C49156}" presName="spaceRect" presStyleCnt="0"/>
      <dgm:spPr/>
    </dgm:pt>
    <dgm:pt modelId="{017C36AA-BE2B-45F9-8E53-3727B393C890}" type="pres">
      <dgm:prSet presAssocID="{84D3D6C7-66D4-4F7D-9A46-F75441C49156}" presName="textRect" presStyleLbl="revTx" presStyleIdx="0" presStyleCnt="4">
        <dgm:presLayoutVars>
          <dgm:chMax val="1"/>
          <dgm:chPref val="1"/>
        </dgm:presLayoutVars>
      </dgm:prSet>
      <dgm:spPr/>
    </dgm:pt>
    <dgm:pt modelId="{161BCA6B-B6BC-4462-937A-99CC4A281A98}" type="pres">
      <dgm:prSet presAssocID="{B68BE432-B380-405E-86E7-66523E1B1DB0}" presName="sibTrans" presStyleCnt="0"/>
      <dgm:spPr/>
    </dgm:pt>
    <dgm:pt modelId="{A9D33992-794C-4D0A-8BE0-1D8BF32C1F88}" type="pres">
      <dgm:prSet presAssocID="{8D77554F-FAF2-479E-977E-C9A6CCEAC93E}" presName="compNode" presStyleCnt="0"/>
      <dgm:spPr/>
    </dgm:pt>
    <dgm:pt modelId="{D7E1EE8E-FEA1-40E6-A3B0-82A33BF56B48}" type="pres">
      <dgm:prSet presAssocID="{8D77554F-FAF2-479E-977E-C9A6CCEAC93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07288C57-5729-4D01-A4AC-F3D80F9827F1}" type="pres">
      <dgm:prSet presAssocID="{8D77554F-FAF2-479E-977E-C9A6CCEAC93E}" presName="spaceRect" presStyleCnt="0"/>
      <dgm:spPr/>
    </dgm:pt>
    <dgm:pt modelId="{4E5E5D6D-E6EC-4CC1-A95A-049219B7CE68}" type="pres">
      <dgm:prSet presAssocID="{8D77554F-FAF2-479E-977E-C9A6CCEAC93E}" presName="textRect" presStyleLbl="revTx" presStyleIdx="1" presStyleCnt="4">
        <dgm:presLayoutVars>
          <dgm:chMax val="1"/>
          <dgm:chPref val="1"/>
        </dgm:presLayoutVars>
      </dgm:prSet>
      <dgm:spPr/>
    </dgm:pt>
    <dgm:pt modelId="{A19CFE6B-942F-4DB2-9BBC-BA0BC1471A58}" type="pres">
      <dgm:prSet presAssocID="{DCD56586-946B-4E63-83D9-C9D4796BCECA}" presName="sibTrans" presStyleCnt="0"/>
      <dgm:spPr/>
    </dgm:pt>
    <dgm:pt modelId="{F7DF68FC-ECF8-4F27-A2B8-C7420E27A6DA}" type="pres">
      <dgm:prSet presAssocID="{1055B149-D854-4297-93BF-C5CF32C8B2AD}" presName="compNode" presStyleCnt="0"/>
      <dgm:spPr/>
    </dgm:pt>
    <dgm:pt modelId="{DB799907-30D3-4663-8463-C540E59D1DA4}" type="pres">
      <dgm:prSet presAssocID="{1055B149-D854-4297-93BF-C5CF32C8B2A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E7CAEE3E-E15F-4905-9363-8DD024035A18}" type="pres">
      <dgm:prSet presAssocID="{1055B149-D854-4297-93BF-C5CF32C8B2AD}" presName="spaceRect" presStyleCnt="0"/>
      <dgm:spPr/>
    </dgm:pt>
    <dgm:pt modelId="{6EC2B385-8544-410A-93F9-015BCC77828A}" type="pres">
      <dgm:prSet presAssocID="{1055B149-D854-4297-93BF-C5CF32C8B2AD}" presName="textRect" presStyleLbl="revTx" presStyleIdx="2" presStyleCnt="4">
        <dgm:presLayoutVars>
          <dgm:chMax val="1"/>
          <dgm:chPref val="1"/>
        </dgm:presLayoutVars>
      </dgm:prSet>
      <dgm:spPr/>
    </dgm:pt>
    <dgm:pt modelId="{A7602FF6-4D09-484B-B868-89ADB3E8F8CC}" type="pres">
      <dgm:prSet presAssocID="{418EE5B7-A09B-43A4-BECB-9A7652315CE9}" presName="sibTrans" presStyleCnt="0"/>
      <dgm:spPr/>
    </dgm:pt>
    <dgm:pt modelId="{553BFFC5-CA9F-49C2-A977-28149CC1F6BF}" type="pres">
      <dgm:prSet presAssocID="{61AECD84-8AD2-44DB-A273-7EDF2FB7E500}" presName="compNode" presStyleCnt="0"/>
      <dgm:spPr/>
    </dgm:pt>
    <dgm:pt modelId="{DDF33FFA-BD7A-4900-AA4C-4D627083C0CB}" type="pres">
      <dgm:prSet presAssocID="{61AECD84-8AD2-44DB-A273-7EDF2FB7E50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ears"/>
        </a:ext>
      </dgm:extLst>
    </dgm:pt>
    <dgm:pt modelId="{38920446-A46B-4436-ACA5-F421843839CE}" type="pres">
      <dgm:prSet presAssocID="{61AECD84-8AD2-44DB-A273-7EDF2FB7E500}" presName="spaceRect" presStyleCnt="0"/>
      <dgm:spPr/>
    </dgm:pt>
    <dgm:pt modelId="{A9CFFF59-A52C-415F-AD50-2B6108C5FB58}" type="pres">
      <dgm:prSet presAssocID="{61AECD84-8AD2-44DB-A273-7EDF2FB7E500}" presName="textRect" presStyleLbl="revTx" presStyleIdx="3" presStyleCnt="4">
        <dgm:presLayoutVars>
          <dgm:chMax val="1"/>
          <dgm:chPref val="1"/>
        </dgm:presLayoutVars>
      </dgm:prSet>
      <dgm:spPr/>
    </dgm:pt>
  </dgm:ptLst>
  <dgm:cxnLst>
    <dgm:cxn modelId="{77196C07-EE89-4BD2-BC59-9D021072E4A8}" type="presOf" srcId="{1055B149-D854-4297-93BF-C5CF32C8B2AD}" destId="{6EC2B385-8544-410A-93F9-015BCC77828A}" srcOrd="0" destOrd="0" presId="urn:microsoft.com/office/officeart/2018/2/layout/IconLabelList"/>
    <dgm:cxn modelId="{937A5F1A-6AE9-456B-8120-C205FA81A532}" srcId="{E6F53BB3-1E41-4E92-823C-6BEC43CE2E30}" destId="{61AECD84-8AD2-44DB-A273-7EDF2FB7E500}" srcOrd="3" destOrd="0" parTransId="{53BE75A1-1D15-4A0A-BC9F-26D442B38637}" sibTransId="{6DCC9118-76DA-445F-9B35-C47CC5867555}"/>
    <dgm:cxn modelId="{A5E7011B-4713-4C21-A914-391783B54142}" srcId="{E6F53BB3-1E41-4E92-823C-6BEC43CE2E30}" destId="{1055B149-D854-4297-93BF-C5CF32C8B2AD}" srcOrd="2" destOrd="0" parTransId="{571F702B-F6ED-4EFF-83A5-EB635950CBE2}" sibTransId="{418EE5B7-A09B-43A4-BECB-9A7652315CE9}"/>
    <dgm:cxn modelId="{E1296425-8720-4C04-9BA2-613CA39950BF}" srcId="{E6F53BB3-1E41-4E92-823C-6BEC43CE2E30}" destId="{8D77554F-FAF2-479E-977E-C9A6CCEAC93E}" srcOrd="1" destOrd="0" parTransId="{E525C113-5971-4B0A-BAAD-4B588E6A5A61}" sibTransId="{DCD56586-946B-4E63-83D9-C9D4796BCECA}"/>
    <dgm:cxn modelId="{E80EB037-ABA1-4266-AB91-225AB7BB6986}" type="presOf" srcId="{E6F53BB3-1E41-4E92-823C-6BEC43CE2E30}" destId="{8342F626-D879-45B5-9ABC-F6C1D63F18D2}" srcOrd="0" destOrd="0" presId="urn:microsoft.com/office/officeart/2018/2/layout/IconLabelList"/>
    <dgm:cxn modelId="{AF679376-33F8-42AB-92CC-6528CA10856C}" srcId="{E6F53BB3-1E41-4E92-823C-6BEC43CE2E30}" destId="{84D3D6C7-66D4-4F7D-9A46-F75441C49156}" srcOrd="0" destOrd="0" parTransId="{7860A8BB-02D9-4703-B230-81F91485F6EE}" sibTransId="{B68BE432-B380-405E-86E7-66523E1B1DB0}"/>
    <dgm:cxn modelId="{4CE6C8B3-9C23-4B32-BBCC-C96190261145}" type="presOf" srcId="{84D3D6C7-66D4-4F7D-9A46-F75441C49156}" destId="{017C36AA-BE2B-45F9-8E53-3727B393C890}" srcOrd="0" destOrd="0" presId="urn:microsoft.com/office/officeart/2018/2/layout/IconLabelList"/>
    <dgm:cxn modelId="{E4939CBC-53FA-4AC4-9FEB-4EA453131950}" type="presOf" srcId="{61AECD84-8AD2-44DB-A273-7EDF2FB7E500}" destId="{A9CFFF59-A52C-415F-AD50-2B6108C5FB58}" srcOrd="0" destOrd="0" presId="urn:microsoft.com/office/officeart/2018/2/layout/IconLabelList"/>
    <dgm:cxn modelId="{FA1E7AD7-FD21-4B00-BB91-3654D7F09F98}" type="presOf" srcId="{8D77554F-FAF2-479E-977E-C9A6CCEAC93E}" destId="{4E5E5D6D-E6EC-4CC1-A95A-049219B7CE68}" srcOrd="0" destOrd="0" presId="urn:microsoft.com/office/officeart/2018/2/layout/IconLabelList"/>
    <dgm:cxn modelId="{6ECC55FF-9BD2-4AFE-B0C6-1A43DEAA300E}" type="presParOf" srcId="{8342F626-D879-45B5-9ABC-F6C1D63F18D2}" destId="{369A587F-3B29-4E1C-8167-A4976D1E9206}" srcOrd="0" destOrd="0" presId="urn:microsoft.com/office/officeart/2018/2/layout/IconLabelList"/>
    <dgm:cxn modelId="{17D71A12-AA7D-4321-9861-449803A03C5A}" type="presParOf" srcId="{369A587F-3B29-4E1C-8167-A4976D1E9206}" destId="{88E043EB-9F47-4D5A-97BD-073897C895AA}" srcOrd="0" destOrd="0" presId="urn:microsoft.com/office/officeart/2018/2/layout/IconLabelList"/>
    <dgm:cxn modelId="{5B1DDD11-BA22-4E97-8784-3897E8CE1BBB}" type="presParOf" srcId="{369A587F-3B29-4E1C-8167-A4976D1E9206}" destId="{763D9524-D06A-4522-8373-9589F1AE59A3}" srcOrd="1" destOrd="0" presId="urn:microsoft.com/office/officeart/2018/2/layout/IconLabelList"/>
    <dgm:cxn modelId="{F90B8115-7BAE-40C7-8439-7946031EBB39}" type="presParOf" srcId="{369A587F-3B29-4E1C-8167-A4976D1E9206}" destId="{017C36AA-BE2B-45F9-8E53-3727B393C890}" srcOrd="2" destOrd="0" presId="urn:microsoft.com/office/officeart/2018/2/layout/IconLabelList"/>
    <dgm:cxn modelId="{C5F73AC9-C0F4-47C1-8531-12789C8CDD88}" type="presParOf" srcId="{8342F626-D879-45B5-9ABC-F6C1D63F18D2}" destId="{161BCA6B-B6BC-4462-937A-99CC4A281A98}" srcOrd="1" destOrd="0" presId="urn:microsoft.com/office/officeart/2018/2/layout/IconLabelList"/>
    <dgm:cxn modelId="{52C36E67-B1FA-45AB-9A29-E0A9F20E76FB}" type="presParOf" srcId="{8342F626-D879-45B5-9ABC-F6C1D63F18D2}" destId="{A9D33992-794C-4D0A-8BE0-1D8BF32C1F88}" srcOrd="2" destOrd="0" presId="urn:microsoft.com/office/officeart/2018/2/layout/IconLabelList"/>
    <dgm:cxn modelId="{27E7608D-BFA3-4DA8-B43E-3CD00B421995}" type="presParOf" srcId="{A9D33992-794C-4D0A-8BE0-1D8BF32C1F88}" destId="{D7E1EE8E-FEA1-40E6-A3B0-82A33BF56B48}" srcOrd="0" destOrd="0" presId="urn:microsoft.com/office/officeart/2018/2/layout/IconLabelList"/>
    <dgm:cxn modelId="{F5FDEF92-7AF6-4BB8-939F-8F6C0F38340A}" type="presParOf" srcId="{A9D33992-794C-4D0A-8BE0-1D8BF32C1F88}" destId="{07288C57-5729-4D01-A4AC-F3D80F9827F1}" srcOrd="1" destOrd="0" presId="urn:microsoft.com/office/officeart/2018/2/layout/IconLabelList"/>
    <dgm:cxn modelId="{8230BDE8-11EE-4193-ABEE-06D7E23C0D98}" type="presParOf" srcId="{A9D33992-794C-4D0A-8BE0-1D8BF32C1F88}" destId="{4E5E5D6D-E6EC-4CC1-A95A-049219B7CE68}" srcOrd="2" destOrd="0" presId="urn:microsoft.com/office/officeart/2018/2/layout/IconLabelList"/>
    <dgm:cxn modelId="{4621E288-5CAA-4B58-A88A-990B64C82160}" type="presParOf" srcId="{8342F626-D879-45B5-9ABC-F6C1D63F18D2}" destId="{A19CFE6B-942F-4DB2-9BBC-BA0BC1471A58}" srcOrd="3" destOrd="0" presId="urn:microsoft.com/office/officeart/2018/2/layout/IconLabelList"/>
    <dgm:cxn modelId="{816EEAAC-FB42-4780-978D-7C0E99AF28D6}" type="presParOf" srcId="{8342F626-D879-45B5-9ABC-F6C1D63F18D2}" destId="{F7DF68FC-ECF8-4F27-A2B8-C7420E27A6DA}" srcOrd="4" destOrd="0" presId="urn:microsoft.com/office/officeart/2018/2/layout/IconLabelList"/>
    <dgm:cxn modelId="{A48E8A29-D315-4B88-BA46-7061133B8AF0}" type="presParOf" srcId="{F7DF68FC-ECF8-4F27-A2B8-C7420E27A6DA}" destId="{DB799907-30D3-4663-8463-C540E59D1DA4}" srcOrd="0" destOrd="0" presId="urn:microsoft.com/office/officeart/2018/2/layout/IconLabelList"/>
    <dgm:cxn modelId="{FE8B00CD-7042-4D3D-933E-9FBA79212978}" type="presParOf" srcId="{F7DF68FC-ECF8-4F27-A2B8-C7420E27A6DA}" destId="{E7CAEE3E-E15F-4905-9363-8DD024035A18}" srcOrd="1" destOrd="0" presId="urn:microsoft.com/office/officeart/2018/2/layout/IconLabelList"/>
    <dgm:cxn modelId="{5DC26642-85A5-4F0D-A9E0-BD3896C8C67C}" type="presParOf" srcId="{F7DF68FC-ECF8-4F27-A2B8-C7420E27A6DA}" destId="{6EC2B385-8544-410A-93F9-015BCC77828A}" srcOrd="2" destOrd="0" presId="urn:microsoft.com/office/officeart/2018/2/layout/IconLabelList"/>
    <dgm:cxn modelId="{C571EF04-F3A9-4534-8C63-F207E534F62E}" type="presParOf" srcId="{8342F626-D879-45B5-9ABC-F6C1D63F18D2}" destId="{A7602FF6-4D09-484B-B868-89ADB3E8F8CC}" srcOrd="5" destOrd="0" presId="urn:microsoft.com/office/officeart/2018/2/layout/IconLabelList"/>
    <dgm:cxn modelId="{66387FB5-C690-4189-87C7-F925A45A3F8B}" type="presParOf" srcId="{8342F626-D879-45B5-9ABC-F6C1D63F18D2}" destId="{553BFFC5-CA9F-49C2-A977-28149CC1F6BF}" srcOrd="6" destOrd="0" presId="urn:microsoft.com/office/officeart/2018/2/layout/IconLabelList"/>
    <dgm:cxn modelId="{8C7F198D-2018-4810-8673-BBE07827E9F1}" type="presParOf" srcId="{553BFFC5-CA9F-49C2-A977-28149CC1F6BF}" destId="{DDF33FFA-BD7A-4900-AA4C-4D627083C0CB}" srcOrd="0" destOrd="0" presId="urn:microsoft.com/office/officeart/2018/2/layout/IconLabelList"/>
    <dgm:cxn modelId="{C539E22B-B327-4F37-8D88-F2CE31E386C2}" type="presParOf" srcId="{553BFFC5-CA9F-49C2-A977-28149CC1F6BF}" destId="{38920446-A46B-4436-ACA5-F421843839CE}" srcOrd="1" destOrd="0" presId="urn:microsoft.com/office/officeart/2018/2/layout/IconLabelList"/>
    <dgm:cxn modelId="{F198BD3C-18BE-47E1-8E23-0B6FEDD87B22}" type="presParOf" srcId="{553BFFC5-CA9F-49C2-A977-28149CC1F6BF}" destId="{A9CFFF59-A52C-415F-AD50-2B6108C5FB58}"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05AC1B1-3861-4F8B-9EBE-1F6E151759C7}" type="doc">
      <dgm:prSet loTypeId="urn:microsoft.com/office/officeart/2005/8/layout/matrix3" loCatId="matrix" qsTypeId="urn:microsoft.com/office/officeart/2005/8/quickstyle/simple5" qsCatId="simple" csTypeId="urn:microsoft.com/office/officeart/2005/8/colors/colorful2" csCatId="colorful"/>
      <dgm:spPr/>
      <dgm:t>
        <a:bodyPr/>
        <a:lstStyle/>
        <a:p>
          <a:endParaRPr lang="en-US"/>
        </a:p>
      </dgm:t>
    </dgm:pt>
    <dgm:pt modelId="{9A1C8BE7-407F-4A8D-9EB9-54DA8AF82AF6}">
      <dgm:prSet/>
      <dgm:spPr/>
      <dgm:t>
        <a:bodyPr/>
        <a:lstStyle/>
        <a:p>
          <a:r>
            <a:rPr lang="en-US"/>
            <a:t>• Evaluate OCR output against ground truth data.</a:t>
          </a:r>
        </a:p>
      </dgm:t>
    </dgm:pt>
    <dgm:pt modelId="{B8C9BEA0-0FDA-4E7A-9F21-8845DFA07210}" type="parTrans" cxnId="{33A926FE-86A0-4498-9025-3D6FD16F32B0}">
      <dgm:prSet/>
      <dgm:spPr/>
      <dgm:t>
        <a:bodyPr/>
        <a:lstStyle/>
        <a:p>
          <a:endParaRPr lang="en-US"/>
        </a:p>
      </dgm:t>
    </dgm:pt>
    <dgm:pt modelId="{2B3CEE5F-31C9-4914-9B63-9B00C57F9E86}" type="sibTrans" cxnId="{33A926FE-86A0-4498-9025-3D6FD16F32B0}">
      <dgm:prSet/>
      <dgm:spPr/>
      <dgm:t>
        <a:bodyPr/>
        <a:lstStyle/>
        <a:p>
          <a:endParaRPr lang="en-US"/>
        </a:p>
      </dgm:t>
    </dgm:pt>
    <dgm:pt modelId="{9E95F415-780D-43F5-9FA5-CD01A94C643F}">
      <dgm:prSet/>
      <dgm:spPr/>
      <dgm:t>
        <a:bodyPr/>
        <a:lstStyle/>
        <a:p>
          <a:r>
            <a:rPr lang="en-US"/>
            <a:t>• Measure detection and recognition accuracy.</a:t>
          </a:r>
        </a:p>
      </dgm:t>
    </dgm:pt>
    <dgm:pt modelId="{7F7BB45B-7B11-4F0C-B7E9-A3F5BFBD9D9A}" type="parTrans" cxnId="{6596DCC9-5E24-4B83-B450-4C20D82B6AEA}">
      <dgm:prSet/>
      <dgm:spPr/>
      <dgm:t>
        <a:bodyPr/>
        <a:lstStyle/>
        <a:p>
          <a:endParaRPr lang="en-US"/>
        </a:p>
      </dgm:t>
    </dgm:pt>
    <dgm:pt modelId="{FEF706E0-2EE6-4FE1-9C1D-2E76B6631E95}" type="sibTrans" cxnId="{6596DCC9-5E24-4B83-B450-4C20D82B6AEA}">
      <dgm:prSet/>
      <dgm:spPr/>
      <dgm:t>
        <a:bodyPr/>
        <a:lstStyle/>
        <a:p>
          <a:endParaRPr lang="en-US"/>
        </a:p>
      </dgm:t>
    </dgm:pt>
    <dgm:pt modelId="{19DFA5AD-529B-42C9-96B4-715749DFE4FD}">
      <dgm:prSet/>
      <dgm:spPr/>
      <dgm:t>
        <a:bodyPr/>
        <a:lstStyle/>
        <a:p>
          <a:r>
            <a:rPr lang="en-US"/>
            <a:t>• Fine-tune YOLOv3 anchors and thresholds.</a:t>
          </a:r>
        </a:p>
      </dgm:t>
    </dgm:pt>
    <dgm:pt modelId="{6ECE1DC2-B31C-450E-AE57-B6A44ADF8395}" type="parTrans" cxnId="{D92A5DE0-8D03-442B-9A5A-FE7DE5499CFD}">
      <dgm:prSet/>
      <dgm:spPr/>
      <dgm:t>
        <a:bodyPr/>
        <a:lstStyle/>
        <a:p>
          <a:endParaRPr lang="en-US"/>
        </a:p>
      </dgm:t>
    </dgm:pt>
    <dgm:pt modelId="{BCA264ED-CD0D-4A87-8F44-5D79BC67C286}" type="sibTrans" cxnId="{D92A5DE0-8D03-442B-9A5A-FE7DE5499CFD}">
      <dgm:prSet/>
      <dgm:spPr/>
      <dgm:t>
        <a:bodyPr/>
        <a:lstStyle/>
        <a:p>
          <a:endParaRPr lang="en-US"/>
        </a:p>
      </dgm:t>
    </dgm:pt>
    <dgm:pt modelId="{CC79557F-57E4-4750-A5AB-55F3D2EC8077}">
      <dgm:prSet/>
      <dgm:spPr/>
      <dgm:t>
        <a:bodyPr/>
        <a:lstStyle/>
        <a:p>
          <a:r>
            <a:rPr lang="en-US"/>
            <a:t>• Optimize preprocessing for better Tesseract output.</a:t>
          </a:r>
        </a:p>
      </dgm:t>
    </dgm:pt>
    <dgm:pt modelId="{660C2B1C-F8AB-4DB3-9085-72F1A1C7E332}" type="parTrans" cxnId="{AD6EA40A-EB19-4911-81F0-DE837BC3B403}">
      <dgm:prSet/>
      <dgm:spPr/>
      <dgm:t>
        <a:bodyPr/>
        <a:lstStyle/>
        <a:p>
          <a:endParaRPr lang="en-US"/>
        </a:p>
      </dgm:t>
    </dgm:pt>
    <dgm:pt modelId="{F633B13E-4510-4F2D-9F03-0AC49DF3EF5C}" type="sibTrans" cxnId="{AD6EA40A-EB19-4911-81F0-DE837BC3B403}">
      <dgm:prSet/>
      <dgm:spPr/>
      <dgm:t>
        <a:bodyPr/>
        <a:lstStyle/>
        <a:p>
          <a:endParaRPr lang="en-US"/>
        </a:p>
      </dgm:t>
    </dgm:pt>
    <dgm:pt modelId="{E9E6A577-BD78-4206-AEA7-9179AAEE8762}" type="pres">
      <dgm:prSet presAssocID="{905AC1B1-3861-4F8B-9EBE-1F6E151759C7}" presName="matrix" presStyleCnt="0">
        <dgm:presLayoutVars>
          <dgm:chMax val="1"/>
          <dgm:dir/>
          <dgm:resizeHandles val="exact"/>
        </dgm:presLayoutVars>
      </dgm:prSet>
      <dgm:spPr/>
    </dgm:pt>
    <dgm:pt modelId="{78067ADD-B976-4220-BFD7-D7CF0D06ED1F}" type="pres">
      <dgm:prSet presAssocID="{905AC1B1-3861-4F8B-9EBE-1F6E151759C7}" presName="diamond" presStyleLbl="bgShp" presStyleIdx="0" presStyleCnt="1"/>
      <dgm:spPr/>
    </dgm:pt>
    <dgm:pt modelId="{ED18CAA5-937C-43CA-997D-D21F19576FF8}" type="pres">
      <dgm:prSet presAssocID="{905AC1B1-3861-4F8B-9EBE-1F6E151759C7}" presName="quad1" presStyleLbl="node1" presStyleIdx="0" presStyleCnt="4">
        <dgm:presLayoutVars>
          <dgm:chMax val="0"/>
          <dgm:chPref val="0"/>
          <dgm:bulletEnabled val="1"/>
        </dgm:presLayoutVars>
      </dgm:prSet>
      <dgm:spPr/>
    </dgm:pt>
    <dgm:pt modelId="{F3DA848C-DB47-4305-AE90-DAB66F8C2327}" type="pres">
      <dgm:prSet presAssocID="{905AC1B1-3861-4F8B-9EBE-1F6E151759C7}" presName="quad2" presStyleLbl="node1" presStyleIdx="1" presStyleCnt="4">
        <dgm:presLayoutVars>
          <dgm:chMax val="0"/>
          <dgm:chPref val="0"/>
          <dgm:bulletEnabled val="1"/>
        </dgm:presLayoutVars>
      </dgm:prSet>
      <dgm:spPr/>
    </dgm:pt>
    <dgm:pt modelId="{863C031A-56B5-42FD-B8EF-E0C68E857F73}" type="pres">
      <dgm:prSet presAssocID="{905AC1B1-3861-4F8B-9EBE-1F6E151759C7}" presName="quad3" presStyleLbl="node1" presStyleIdx="2" presStyleCnt="4">
        <dgm:presLayoutVars>
          <dgm:chMax val="0"/>
          <dgm:chPref val="0"/>
          <dgm:bulletEnabled val="1"/>
        </dgm:presLayoutVars>
      </dgm:prSet>
      <dgm:spPr/>
    </dgm:pt>
    <dgm:pt modelId="{982AC6A3-6979-4ECE-A2ED-0FAEF7A8FE81}" type="pres">
      <dgm:prSet presAssocID="{905AC1B1-3861-4F8B-9EBE-1F6E151759C7}" presName="quad4" presStyleLbl="node1" presStyleIdx="3" presStyleCnt="4">
        <dgm:presLayoutVars>
          <dgm:chMax val="0"/>
          <dgm:chPref val="0"/>
          <dgm:bulletEnabled val="1"/>
        </dgm:presLayoutVars>
      </dgm:prSet>
      <dgm:spPr/>
    </dgm:pt>
  </dgm:ptLst>
  <dgm:cxnLst>
    <dgm:cxn modelId="{AD6EA40A-EB19-4911-81F0-DE837BC3B403}" srcId="{905AC1B1-3861-4F8B-9EBE-1F6E151759C7}" destId="{CC79557F-57E4-4750-A5AB-55F3D2EC8077}" srcOrd="3" destOrd="0" parTransId="{660C2B1C-F8AB-4DB3-9085-72F1A1C7E332}" sibTransId="{F633B13E-4510-4F2D-9F03-0AC49DF3EF5C}"/>
    <dgm:cxn modelId="{6DE24637-21CC-4E26-9ECB-775CDD762F48}" type="presOf" srcId="{19DFA5AD-529B-42C9-96B4-715749DFE4FD}" destId="{863C031A-56B5-42FD-B8EF-E0C68E857F73}" srcOrd="0" destOrd="0" presId="urn:microsoft.com/office/officeart/2005/8/layout/matrix3"/>
    <dgm:cxn modelId="{C3EA556C-8D7C-4FBB-89C0-0A4F40DC308E}" type="presOf" srcId="{9E95F415-780D-43F5-9FA5-CD01A94C643F}" destId="{F3DA848C-DB47-4305-AE90-DAB66F8C2327}" srcOrd="0" destOrd="0" presId="urn:microsoft.com/office/officeart/2005/8/layout/matrix3"/>
    <dgm:cxn modelId="{E60592C4-90CA-465F-B638-25F02D9A9927}" type="presOf" srcId="{CC79557F-57E4-4750-A5AB-55F3D2EC8077}" destId="{982AC6A3-6979-4ECE-A2ED-0FAEF7A8FE81}" srcOrd="0" destOrd="0" presId="urn:microsoft.com/office/officeart/2005/8/layout/matrix3"/>
    <dgm:cxn modelId="{6596DCC9-5E24-4B83-B450-4C20D82B6AEA}" srcId="{905AC1B1-3861-4F8B-9EBE-1F6E151759C7}" destId="{9E95F415-780D-43F5-9FA5-CD01A94C643F}" srcOrd="1" destOrd="0" parTransId="{7F7BB45B-7B11-4F0C-B7E9-A3F5BFBD9D9A}" sibTransId="{FEF706E0-2EE6-4FE1-9C1D-2E76B6631E95}"/>
    <dgm:cxn modelId="{D92A5DE0-8D03-442B-9A5A-FE7DE5499CFD}" srcId="{905AC1B1-3861-4F8B-9EBE-1F6E151759C7}" destId="{19DFA5AD-529B-42C9-96B4-715749DFE4FD}" srcOrd="2" destOrd="0" parTransId="{6ECE1DC2-B31C-450E-AE57-B6A44ADF8395}" sibTransId="{BCA264ED-CD0D-4A87-8F44-5D79BC67C286}"/>
    <dgm:cxn modelId="{7898A7E0-9521-437C-B1FD-2999ECC16DC6}" type="presOf" srcId="{9A1C8BE7-407F-4A8D-9EB9-54DA8AF82AF6}" destId="{ED18CAA5-937C-43CA-997D-D21F19576FF8}" srcOrd="0" destOrd="0" presId="urn:microsoft.com/office/officeart/2005/8/layout/matrix3"/>
    <dgm:cxn modelId="{29A660EA-29FD-48D5-906F-6C1281707BC0}" type="presOf" srcId="{905AC1B1-3861-4F8B-9EBE-1F6E151759C7}" destId="{E9E6A577-BD78-4206-AEA7-9179AAEE8762}" srcOrd="0" destOrd="0" presId="urn:microsoft.com/office/officeart/2005/8/layout/matrix3"/>
    <dgm:cxn modelId="{33A926FE-86A0-4498-9025-3D6FD16F32B0}" srcId="{905AC1B1-3861-4F8B-9EBE-1F6E151759C7}" destId="{9A1C8BE7-407F-4A8D-9EB9-54DA8AF82AF6}" srcOrd="0" destOrd="0" parTransId="{B8C9BEA0-0FDA-4E7A-9F21-8845DFA07210}" sibTransId="{2B3CEE5F-31C9-4914-9B63-9B00C57F9E86}"/>
    <dgm:cxn modelId="{EEC851FA-35CA-4EE0-9C4E-D393C16D776A}" type="presParOf" srcId="{E9E6A577-BD78-4206-AEA7-9179AAEE8762}" destId="{78067ADD-B976-4220-BFD7-D7CF0D06ED1F}" srcOrd="0" destOrd="0" presId="urn:microsoft.com/office/officeart/2005/8/layout/matrix3"/>
    <dgm:cxn modelId="{75F36418-62E2-4985-AD52-947E5F5B776F}" type="presParOf" srcId="{E9E6A577-BD78-4206-AEA7-9179AAEE8762}" destId="{ED18CAA5-937C-43CA-997D-D21F19576FF8}" srcOrd="1" destOrd="0" presId="urn:microsoft.com/office/officeart/2005/8/layout/matrix3"/>
    <dgm:cxn modelId="{CD7BD3EF-0F66-4B18-AF83-F59544E493DA}" type="presParOf" srcId="{E9E6A577-BD78-4206-AEA7-9179AAEE8762}" destId="{F3DA848C-DB47-4305-AE90-DAB66F8C2327}" srcOrd="2" destOrd="0" presId="urn:microsoft.com/office/officeart/2005/8/layout/matrix3"/>
    <dgm:cxn modelId="{F8850D1C-72B1-49D7-A78A-9C5E3A74250C}" type="presParOf" srcId="{E9E6A577-BD78-4206-AEA7-9179AAEE8762}" destId="{863C031A-56B5-42FD-B8EF-E0C68E857F73}" srcOrd="3" destOrd="0" presId="urn:microsoft.com/office/officeart/2005/8/layout/matrix3"/>
    <dgm:cxn modelId="{DC08B1CD-1D4A-4FD2-96C6-6ACF9A0F5509}" type="presParOf" srcId="{E9E6A577-BD78-4206-AEA7-9179AAEE8762}" destId="{982AC6A3-6979-4ECE-A2ED-0FAEF7A8FE81}"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396309A-EBD3-4336-A2F0-E52D1B891299}" type="doc">
      <dgm:prSet loTypeId="urn:microsoft.com/office/officeart/2005/8/layout/default" loCatId="list" qsTypeId="urn:microsoft.com/office/officeart/2005/8/quickstyle/simple5" qsCatId="simple" csTypeId="urn:microsoft.com/office/officeart/2005/8/colors/colorful2" csCatId="colorful"/>
      <dgm:spPr/>
      <dgm:t>
        <a:bodyPr/>
        <a:lstStyle/>
        <a:p>
          <a:endParaRPr lang="en-US"/>
        </a:p>
      </dgm:t>
    </dgm:pt>
    <dgm:pt modelId="{017BCF1D-ABE5-40B4-84C1-FB6717833630}">
      <dgm:prSet/>
      <dgm:spPr/>
      <dgm:t>
        <a:bodyPr/>
        <a:lstStyle/>
        <a:p>
          <a:r>
            <a:rPr lang="en-US"/>
            <a:t>• Google Colab: Free GPU access for small projects.</a:t>
          </a:r>
        </a:p>
      </dgm:t>
    </dgm:pt>
    <dgm:pt modelId="{B347AFF2-2ADF-4DF1-9559-3E25B666DDCF}" type="parTrans" cxnId="{D6C74F46-6BC9-4186-96D7-C20F8D453659}">
      <dgm:prSet/>
      <dgm:spPr/>
      <dgm:t>
        <a:bodyPr/>
        <a:lstStyle/>
        <a:p>
          <a:endParaRPr lang="en-US"/>
        </a:p>
      </dgm:t>
    </dgm:pt>
    <dgm:pt modelId="{3755742E-351F-49F8-9E08-B952F7DC3599}" type="sibTrans" cxnId="{D6C74F46-6BC9-4186-96D7-C20F8D453659}">
      <dgm:prSet/>
      <dgm:spPr/>
      <dgm:t>
        <a:bodyPr/>
        <a:lstStyle/>
        <a:p>
          <a:endParaRPr lang="en-US"/>
        </a:p>
      </dgm:t>
    </dgm:pt>
    <dgm:pt modelId="{C496C2BB-9E95-476D-8BAD-E94C77FD1AB2}">
      <dgm:prSet/>
      <dgm:spPr/>
      <dgm:t>
        <a:bodyPr/>
        <a:lstStyle/>
        <a:p>
          <a:r>
            <a:rPr lang="en-US"/>
            <a:t>• Google Drive: 15 GB free storage.</a:t>
          </a:r>
        </a:p>
      </dgm:t>
    </dgm:pt>
    <dgm:pt modelId="{41C1DF84-99D2-4D51-875E-40974594480A}" type="parTrans" cxnId="{4B8192AF-04A4-455F-9373-95362A25DC66}">
      <dgm:prSet/>
      <dgm:spPr/>
      <dgm:t>
        <a:bodyPr/>
        <a:lstStyle/>
        <a:p>
          <a:endParaRPr lang="en-US"/>
        </a:p>
      </dgm:t>
    </dgm:pt>
    <dgm:pt modelId="{E4EA74EB-E048-43E6-8198-99F3F746A183}" type="sibTrans" cxnId="{4B8192AF-04A4-455F-9373-95362A25DC66}">
      <dgm:prSet/>
      <dgm:spPr/>
      <dgm:t>
        <a:bodyPr/>
        <a:lstStyle/>
        <a:p>
          <a:endParaRPr lang="en-US"/>
        </a:p>
      </dgm:t>
    </dgm:pt>
    <dgm:pt modelId="{90FEF5B4-6DA2-4A3E-92B4-56BA725C9AA7}">
      <dgm:prSet/>
      <dgm:spPr/>
      <dgm:t>
        <a:bodyPr/>
        <a:lstStyle/>
        <a:p>
          <a:r>
            <a:rPr lang="en-US"/>
            <a:t>• AWS SageMaker: Pay-as-you-go model.</a:t>
          </a:r>
        </a:p>
      </dgm:t>
    </dgm:pt>
    <dgm:pt modelId="{9AB94BBA-F216-493E-8405-AD2192A0107C}" type="parTrans" cxnId="{4D62CAFB-04B2-4661-9FF5-0AEF74736FE9}">
      <dgm:prSet/>
      <dgm:spPr/>
      <dgm:t>
        <a:bodyPr/>
        <a:lstStyle/>
        <a:p>
          <a:endParaRPr lang="en-US"/>
        </a:p>
      </dgm:t>
    </dgm:pt>
    <dgm:pt modelId="{3B12F22E-E8F9-44EB-A066-755E29FF2DE7}" type="sibTrans" cxnId="{4D62CAFB-04B2-4661-9FF5-0AEF74736FE9}">
      <dgm:prSet/>
      <dgm:spPr/>
      <dgm:t>
        <a:bodyPr/>
        <a:lstStyle/>
        <a:p>
          <a:endParaRPr lang="en-US"/>
        </a:p>
      </dgm:t>
    </dgm:pt>
    <dgm:pt modelId="{4DE1441C-1B66-4D25-BAB7-517B4275826A}">
      <dgm:prSet/>
      <dgm:spPr/>
      <dgm:t>
        <a:bodyPr/>
        <a:lstStyle/>
        <a:p>
          <a:r>
            <a:rPr lang="en-US"/>
            <a:t>• Estimated Total Cost: $0 for small-scale testing.</a:t>
          </a:r>
        </a:p>
      </dgm:t>
    </dgm:pt>
    <dgm:pt modelId="{DEC29141-8FD6-48DD-A9CD-92AB6F23F7E2}" type="parTrans" cxnId="{13EE4AA1-0C8A-4BA8-BFCA-E775B50BDAA7}">
      <dgm:prSet/>
      <dgm:spPr/>
      <dgm:t>
        <a:bodyPr/>
        <a:lstStyle/>
        <a:p>
          <a:endParaRPr lang="en-US"/>
        </a:p>
      </dgm:t>
    </dgm:pt>
    <dgm:pt modelId="{62AB058B-C739-4AF2-A1F8-C883C09697E3}" type="sibTrans" cxnId="{13EE4AA1-0C8A-4BA8-BFCA-E775B50BDAA7}">
      <dgm:prSet/>
      <dgm:spPr/>
      <dgm:t>
        <a:bodyPr/>
        <a:lstStyle/>
        <a:p>
          <a:endParaRPr lang="en-US"/>
        </a:p>
      </dgm:t>
    </dgm:pt>
    <dgm:pt modelId="{1F831C9A-231F-4CE8-A045-CC9EE1FF3970}">
      <dgm:prSet/>
      <dgm:spPr/>
      <dgm:t>
        <a:bodyPr/>
        <a:lstStyle/>
        <a:p>
          <a:r>
            <a:rPr lang="en-US"/>
            <a:t>• Costs increase with larger datasets or higher-tier resources.</a:t>
          </a:r>
        </a:p>
      </dgm:t>
    </dgm:pt>
    <dgm:pt modelId="{2487E902-638D-4829-A208-6CE090A8F6A6}" type="parTrans" cxnId="{C8C0E46D-7AFE-436B-8534-7FC812D91894}">
      <dgm:prSet/>
      <dgm:spPr/>
      <dgm:t>
        <a:bodyPr/>
        <a:lstStyle/>
        <a:p>
          <a:endParaRPr lang="en-US"/>
        </a:p>
      </dgm:t>
    </dgm:pt>
    <dgm:pt modelId="{5A38035F-A8A2-4664-8D00-D619C0819C50}" type="sibTrans" cxnId="{C8C0E46D-7AFE-436B-8534-7FC812D91894}">
      <dgm:prSet/>
      <dgm:spPr/>
      <dgm:t>
        <a:bodyPr/>
        <a:lstStyle/>
        <a:p>
          <a:endParaRPr lang="en-US"/>
        </a:p>
      </dgm:t>
    </dgm:pt>
    <dgm:pt modelId="{0BE7BCC2-2AB6-4711-AA3D-7316A9F8580A}" type="pres">
      <dgm:prSet presAssocID="{D396309A-EBD3-4336-A2F0-E52D1B891299}" presName="diagram" presStyleCnt="0">
        <dgm:presLayoutVars>
          <dgm:dir/>
          <dgm:resizeHandles val="exact"/>
        </dgm:presLayoutVars>
      </dgm:prSet>
      <dgm:spPr/>
    </dgm:pt>
    <dgm:pt modelId="{D0809085-8239-4818-B6C5-D2FF97A4E912}" type="pres">
      <dgm:prSet presAssocID="{017BCF1D-ABE5-40B4-84C1-FB6717833630}" presName="node" presStyleLbl="node1" presStyleIdx="0" presStyleCnt="5">
        <dgm:presLayoutVars>
          <dgm:bulletEnabled val="1"/>
        </dgm:presLayoutVars>
      </dgm:prSet>
      <dgm:spPr/>
    </dgm:pt>
    <dgm:pt modelId="{74D25C3C-7E3C-481F-A522-8C33978CEEE6}" type="pres">
      <dgm:prSet presAssocID="{3755742E-351F-49F8-9E08-B952F7DC3599}" presName="sibTrans" presStyleCnt="0"/>
      <dgm:spPr/>
    </dgm:pt>
    <dgm:pt modelId="{EEBDB5B7-6B4D-4E67-B333-ABE592730B5B}" type="pres">
      <dgm:prSet presAssocID="{C496C2BB-9E95-476D-8BAD-E94C77FD1AB2}" presName="node" presStyleLbl="node1" presStyleIdx="1" presStyleCnt="5">
        <dgm:presLayoutVars>
          <dgm:bulletEnabled val="1"/>
        </dgm:presLayoutVars>
      </dgm:prSet>
      <dgm:spPr/>
    </dgm:pt>
    <dgm:pt modelId="{8BDD6E83-7708-4BE4-A490-2E2132512866}" type="pres">
      <dgm:prSet presAssocID="{E4EA74EB-E048-43E6-8198-99F3F746A183}" presName="sibTrans" presStyleCnt="0"/>
      <dgm:spPr/>
    </dgm:pt>
    <dgm:pt modelId="{DA50DE4E-E8DD-4D6D-BA2F-C47195EB5987}" type="pres">
      <dgm:prSet presAssocID="{90FEF5B4-6DA2-4A3E-92B4-56BA725C9AA7}" presName="node" presStyleLbl="node1" presStyleIdx="2" presStyleCnt="5">
        <dgm:presLayoutVars>
          <dgm:bulletEnabled val="1"/>
        </dgm:presLayoutVars>
      </dgm:prSet>
      <dgm:spPr/>
    </dgm:pt>
    <dgm:pt modelId="{132CA3A1-8872-4C91-B476-7D31D093C995}" type="pres">
      <dgm:prSet presAssocID="{3B12F22E-E8F9-44EB-A066-755E29FF2DE7}" presName="sibTrans" presStyleCnt="0"/>
      <dgm:spPr/>
    </dgm:pt>
    <dgm:pt modelId="{E31E83FE-95FA-481E-B86D-33D05E9221F0}" type="pres">
      <dgm:prSet presAssocID="{4DE1441C-1B66-4D25-BAB7-517B4275826A}" presName="node" presStyleLbl="node1" presStyleIdx="3" presStyleCnt="5">
        <dgm:presLayoutVars>
          <dgm:bulletEnabled val="1"/>
        </dgm:presLayoutVars>
      </dgm:prSet>
      <dgm:spPr/>
    </dgm:pt>
    <dgm:pt modelId="{F438BBAC-3E4C-459B-B4D3-7B066C7386DE}" type="pres">
      <dgm:prSet presAssocID="{62AB058B-C739-4AF2-A1F8-C883C09697E3}" presName="sibTrans" presStyleCnt="0"/>
      <dgm:spPr/>
    </dgm:pt>
    <dgm:pt modelId="{9B8BC0DD-66F3-4939-80BD-CD9F04D6C167}" type="pres">
      <dgm:prSet presAssocID="{1F831C9A-231F-4CE8-A045-CC9EE1FF3970}" presName="node" presStyleLbl="node1" presStyleIdx="4" presStyleCnt="5">
        <dgm:presLayoutVars>
          <dgm:bulletEnabled val="1"/>
        </dgm:presLayoutVars>
      </dgm:prSet>
      <dgm:spPr/>
    </dgm:pt>
  </dgm:ptLst>
  <dgm:cxnLst>
    <dgm:cxn modelId="{2B24140C-67AE-41A8-A60C-FB43A764624E}" type="presOf" srcId="{1F831C9A-231F-4CE8-A045-CC9EE1FF3970}" destId="{9B8BC0DD-66F3-4939-80BD-CD9F04D6C167}" srcOrd="0" destOrd="0" presId="urn:microsoft.com/office/officeart/2005/8/layout/default"/>
    <dgm:cxn modelId="{3F4BB631-EB32-4C82-AB30-325325734466}" type="presOf" srcId="{D396309A-EBD3-4336-A2F0-E52D1B891299}" destId="{0BE7BCC2-2AB6-4711-AA3D-7316A9F8580A}" srcOrd="0" destOrd="0" presId="urn:microsoft.com/office/officeart/2005/8/layout/default"/>
    <dgm:cxn modelId="{D6C74F46-6BC9-4186-96D7-C20F8D453659}" srcId="{D396309A-EBD3-4336-A2F0-E52D1B891299}" destId="{017BCF1D-ABE5-40B4-84C1-FB6717833630}" srcOrd="0" destOrd="0" parTransId="{B347AFF2-2ADF-4DF1-9559-3E25B666DDCF}" sibTransId="{3755742E-351F-49F8-9E08-B952F7DC3599}"/>
    <dgm:cxn modelId="{C8C0E46D-7AFE-436B-8534-7FC812D91894}" srcId="{D396309A-EBD3-4336-A2F0-E52D1B891299}" destId="{1F831C9A-231F-4CE8-A045-CC9EE1FF3970}" srcOrd="4" destOrd="0" parTransId="{2487E902-638D-4829-A208-6CE090A8F6A6}" sibTransId="{5A38035F-A8A2-4664-8D00-D619C0819C50}"/>
    <dgm:cxn modelId="{2394486E-D933-470A-970A-A330E3EA7402}" type="presOf" srcId="{4DE1441C-1B66-4D25-BAB7-517B4275826A}" destId="{E31E83FE-95FA-481E-B86D-33D05E9221F0}" srcOrd="0" destOrd="0" presId="urn:microsoft.com/office/officeart/2005/8/layout/default"/>
    <dgm:cxn modelId="{942AA675-7326-4A50-B2D8-1A0FF091A41A}" type="presOf" srcId="{C496C2BB-9E95-476D-8BAD-E94C77FD1AB2}" destId="{EEBDB5B7-6B4D-4E67-B333-ABE592730B5B}" srcOrd="0" destOrd="0" presId="urn:microsoft.com/office/officeart/2005/8/layout/default"/>
    <dgm:cxn modelId="{5E2E7757-D972-48C2-B86A-18F7AA5E6F08}" type="presOf" srcId="{90FEF5B4-6DA2-4A3E-92B4-56BA725C9AA7}" destId="{DA50DE4E-E8DD-4D6D-BA2F-C47195EB5987}" srcOrd="0" destOrd="0" presId="urn:microsoft.com/office/officeart/2005/8/layout/default"/>
    <dgm:cxn modelId="{13EE4AA1-0C8A-4BA8-BFCA-E775B50BDAA7}" srcId="{D396309A-EBD3-4336-A2F0-E52D1B891299}" destId="{4DE1441C-1B66-4D25-BAB7-517B4275826A}" srcOrd="3" destOrd="0" parTransId="{DEC29141-8FD6-48DD-A9CD-92AB6F23F7E2}" sibTransId="{62AB058B-C739-4AF2-A1F8-C883C09697E3}"/>
    <dgm:cxn modelId="{4B8192AF-04A4-455F-9373-95362A25DC66}" srcId="{D396309A-EBD3-4336-A2F0-E52D1B891299}" destId="{C496C2BB-9E95-476D-8BAD-E94C77FD1AB2}" srcOrd="1" destOrd="0" parTransId="{41C1DF84-99D2-4D51-875E-40974594480A}" sibTransId="{E4EA74EB-E048-43E6-8198-99F3F746A183}"/>
    <dgm:cxn modelId="{D001CBC5-97AA-44F9-B642-1E79A3494867}" type="presOf" srcId="{017BCF1D-ABE5-40B4-84C1-FB6717833630}" destId="{D0809085-8239-4818-B6C5-D2FF97A4E912}" srcOrd="0" destOrd="0" presId="urn:microsoft.com/office/officeart/2005/8/layout/default"/>
    <dgm:cxn modelId="{4D62CAFB-04B2-4661-9FF5-0AEF74736FE9}" srcId="{D396309A-EBD3-4336-A2F0-E52D1B891299}" destId="{90FEF5B4-6DA2-4A3E-92B4-56BA725C9AA7}" srcOrd="2" destOrd="0" parTransId="{9AB94BBA-F216-493E-8405-AD2192A0107C}" sibTransId="{3B12F22E-E8F9-44EB-A066-755E29FF2DE7}"/>
    <dgm:cxn modelId="{5877493A-0D9A-415F-8B77-1CEC9CCCDC39}" type="presParOf" srcId="{0BE7BCC2-2AB6-4711-AA3D-7316A9F8580A}" destId="{D0809085-8239-4818-B6C5-D2FF97A4E912}" srcOrd="0" destOrd="0" presId="urn:microsoft.com/office/officeart/2005/8/layout/default"/>
    <dgm:cxn modelId="{FB804C77-7F93-4E96-B808-642D7047686D}" type="presParOf" srcId="{0BE7BCC2-2AB6-4711-AA3D-7316A9F8580A}" destId="{74D25C3C-7E3C-481F-A522-8C33978CEEE6}" srcOrd="1" destOrd="0" presId="urn:microsoft.com/office/officeart/2005/8/layout/default"/>
    <dgm:cxn modelId="{74ECA91E-97A0-4B3E-8385-06185FDD2A3E}" type="presParOf" srcId="{0BE7BCC2-2AB6-4711-AA3D-7316A9F8580A}" destId="{EEBDB5B7-6B4D-4E67-B333-ABE592730B5B}" srcOrd="2" destOrd="0" presId="urn:microsoft.com/office/officeart/2005/8/layout/default"/>
    <dgm:cxn modelId="{9062261F-F4C6-4621-900A-487C329C198E}" type="presParOf" srcId="{0BE7BCC2-2AB6-4711-AA3D-7316A9F8580A}" destId="{8BDD6E83-7708-4BE4-A490-2E2132512866}" srcOrd="3" destOrd="0" presId="urn:microsoft.com/office/officeart/2005/8/layout/default"/>
    <dgm:cxn modelId="{552CE83D-7BFE-4D8B-A91B-171D6EDC8BE6}" type="presParOf" srcId="{0BE7BCC2-2AB6-4711-AA3D-7316A9F8580A}" destId="{DA50DE4E-E8DD-4D6D-BA2F-C47195EB5987}" srcOrd="4" destOrd="0" presId="urn:microsoft.com/office/officeart/2005/8/layout/default"/>
    <dgm:cxn modelId="{99F27404-1243-4B86-AF4E-AEF293D2D0B4}" type="presParOf" srcId="{0BE7BCC2-2AB6-4711-AA3D-7316A9F8580A}" destId="{132CA3A1-8872-4C91-B476-7D31D093C995}" srcOrd="5" destOrd="0" presId="urn:microsoft.com/office/officeart/2005/8/layout/default"/>
    <dgm:cxn modelId="{ECAB1C6C-E02D-497B-888A-7A65BE595E96}" type="presParOf" srcId="{0BE7BCC2-2AB6-4711-AA3D-7316A9F8580A}" destId="{E31E83FE-95FA-481E-B86D-33D05E9221F0}" srcOrd="6" destOrd="0" presId="urn:microsoft.com/office/officeart/2005/8/layout/default"/>
    <dgm:cxn modelId="{58D88CC7-7882-491F-B81A-B1EDCAE04DB8}" type="presParOf" srcId="{0BE7BCC2-2AB6-4711-AA3D-7316A9F8580A}" destId="{F438BBAC-3E4C-459B-B4D3-7B066C7386DE}" srcOrd="7" destOrd="0" presId="urn:microsoft.com/office/officeart/2005/8/layout/default"/>
    <dgm:cxn modelId="{998008D6-4E46-4F89-BB7B-F8F56244980B}" type="presParOf" srcId="{0BE7BCC2-2AB6-4711-AA3D-7316A9F8580A}" destId="{9B8BC0DD-66F3-4939-80BD-CD9F04D6C167}"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396309A-EBD3-4336-A2F0-E52D1B891299}" type="doc">
      <dgm:prSet loTypeId="urn:microsoft.com/office/officeart/2018/2/layout/IconVerticalSolidList" loCatId="icon" qsTypeId="urn:microsoft.com/office/officeart/2005/8/quickstyle/simple5" qsCatId="simple" csTypeId="urn:microsoft.com/office/officeart/2005/8/colors/colorful2" csCatId="colorful" phldr="1"/>
      <dgm:spPr/>
      <dgm:t>
        <a:bodyPr/>
        <a:lstStyle/>
        <a:p>
          <a:endParaRPr lang="en-US"/>
        </a:p>
      </dgm:t>
    </dgm:pt>
    <dgm:pt modelId="{017BCF1D-ABE5-40B4-84C1-FB6717833630}">
      <dgm:prSet/>
      <dgm:spPr/>
      <dgm:t>
        <a:bodyPr/>
        <a:lstStyle/>
        <a:p>
          <a:pPr>
            <a:lnSpc>
              <a:spcPct val="100000"/>
            </a:lnSpc>
          </a:pPr>
          <a:r>
            <a:rPr lang="en-US"/>
            <a:t>Datasets	</a:t>
          </a:r>
        </a:p>
      </dgm:t>
    </dgm:pt>
    <dgm:pt modelId="{B347AFF2-2ADF-4DF1-9559-3E25B666DDCF}" type="parTrans" cxnId="{D6C74F46-6BC9-4186-96D7-C20F8D453659}">
      <dgm:prSet/>
      <dgm:spPr/>
      <dgm:t>
        <a:bodyPr/>
        <a:lstStyle/>
        <a:p>
          <a:endParaRPr lang="en-US"/>
        </a:p>
      </dgm:t>
    </dgm:pt>
    <dgm:pt modelId="{3755742E-351F-49F8-9E08-B952F7DC3599}" type="sibTrans" cxnId="{D6C74F46-6BC9-4186-96D7-C20F8D453659}">
      <dgm:prSet/>
      <dgm:spPr/>
      <dgm:t>
        <a:bodyPr/>
        <a:lstStyle/>
        <a:p>
          <a:endParaRPr lang="en-US"/>
        </a:p>
      </dgm:t>
    </dgm:pt>
    <dgm:pt modelId="{90FEF5B4-6DA2-4A3E-92B4-56BA725C9AA7}">
      <dgm:prSet/>
      <dgm:spPr/>
      <dgm:t>
        <a:bodyPr/>
        <a:lstStyle/>
        <a:p>
          <a:pPr>
            <a:lnSpc>
              <a:spcPct val="100000"/>
            </a:lnSpc>
          </a:pPr>
          <a:r>
            <a:rPr lang="en-US"/>
            <a:t> Results</a:t>
          </a:r>
        </a:p>
      </dgm:t>
    </dgm:pt>
    <dgm:pt modelId="{9AB94BBA-F216-493E-8405-AD2192A0107C}" type="parTrans" cxnId="{4D62CAFB-04B2-4661-9FF5-0AEF74736FE9}">
      <dgm:prSet/>
      <dgm:spPr/>
      <dgm:t>
        <a:bodyPr/>
        <a:lstStyle/>
        <a:p>
          <a:endParaRPr lang="en-US"/>
        </a:p>
      </dgm:t>
    </dgm:pt>
    <dgm:pt modelId="{3B12F22E-E8F9-44EB-A066-755E29FF2DE7}" type="sibTrans" cxnId="{4D62CAFB-04B2-4661-9FF5-0AEF74736FE9}">
      <dgm:prSet/>
      <dgm:spPr/>
      <dgm:t>
        <a:bodyPr/>
        <a:lstStyle/>
        <a:p>
          <a:endParaRPr lang="en-US"/>
        </a:p>
      </dgm:t>
    </dgm:pt>
    <dgm:pt modelId="{4DE1441C-1B66-4D25-BAB7-517B4275826A}">
      <dgm:prSet/>
      <dgm:spPr/>
      <dgm:t>
        <a:bodyPr/>
        <a:lstStyle/>
        <a:p>
          <a:pPr>
            <a:lnSpc>
              <a:spcPct val="100000"/>
            </a:lnSpc>
          </a:pPr>
          <a:r>
            <a:rPr lang="en-US"/>
            <a:t>raw</a:t>
          </a:r>
        </a:p>
      </dgm:t>
    </dgm:pt>
    <dgm:pt modelId="{DEC29141-8FD6-48DD-A9CD-92AB6F23F7E2}" type="parTrans" cxnId="{13EE4AA1-0C8A-4BA8-BFCA-E775B50BDAA7}">
      <dgm:prSet/>
      <dgm:spPr/>
      <dgm:t>
        <a:bodyPr/>
        <a:lstStyle/>
        <a:p>
          <a:endParaRPr lang="en-US"/>
        </a:p>
      </dgm:t>
    </dgm:pt>
    <dgm:pt modelId="{62AB058B-C739-4AF2-A1F8-C883C09697E3}" type="sibTrans" cxnId="{13EE4AA1-0C8A-4BA8-BFCA-E775B50BDAA7}">
      <dgm:prSet/>
      <dgm:spPr/>
      <dgm:t>
        <a:bodyPr/>
        <a:lstStyle/>
        <a:p>
          <a:endParaRPr lang="en-US"/>
        </a:p>
      </dgm:t>
    </dgm:pt>
    <dgm:pt modelId="{1F831C9A-231F-4CE8-A045-CC9EE1FF3970}">
      <dgm:prSet/>
      <dgm:spPr/>
      <dgm:t>
        <a:bodyPr/>
        <a:lstStyle/>
        <a:p>
          <a:pPr>
            <a:lnSpc>
              <a:spcPct val="100000"/>
            </a:lnSpc>
          </a:pPr>
          <a:r>
            <a:rPr lang="en-US"/>
            <a:t>Object names and YoLo weights </a:t>
          </a:r>
        </a:p>
      </dgm:t>
    </dgm:pt>
    <dgm:pt modelId="{2487E902-638D-4829-A208-6CE090A8F6A6}" type="parTrans" cxnId="{C8C0E46D-7AFE-436B-8534-7FC812D91894}">
      <dgm:prSet/>
      <dgm:spPr/>
      <dgm:t>
        <a:bodyPr/>
        <a:lstStyle/>
        <a:p>
          <a:endParaRPr lang="en-US"/>
        </a:p>
      </dgm:t>
    </dgm:pt>
    <dgm:pt modelId="{5A38035F-A8A2-4664-8D00-D619C0819C50}" type="sibTrans" cxnId="{C8C0E46D-7AFE-436B-8534-7FC812D91894}">
      <dgm:prSet/>
      <dgm:spPr/>
      <dgm:t>
        <a:bodyPr/>
        <a:lstStyle/>
        <a:p>
          <a:endParaRPr lang="en-US"/>
        </a:p>
      </dgm:t>
    </dgm:pt>
    <dgm:pt modelId="{C496C2BB-9E95-476D-8BAD-E94C77FD1AB2}">
      <dgm:prSet/>
      <dgm:spPr/>
      <dgm:t>
        <a:bodyPr/>
        <a:lstStyle/>
        <a:p>
          <a:pPr>
            <a:lnSpc>
              <a:spcPct val="100000"/>
            </a:lnSpc>
          </a:pPr>
          <a:r>
            <a:rPr lang="en-US"/>
            <a:t>Models	</a:t>
          </a:r>
        </a:p>
      </dgm:t>
    </dgm:pt>
    <dgm:pt modelId="{E4EA74EB-E048-43E6-8198-99F3F746A183}" type="sibTrans" cxnId="{4B8192AF-04A4-455F-9373-95362A25DC66}">
      <dgm:prSet/>
      <dgm:spPr/>
      <dgm:t>
        <a:bodyPr/>
        <a:lstStyle/>
        <a:p>
          <a:endParaRPr lang="en-US"/>
        </a:p>
      </dgm:t>
    </dgm:pt>
    <dgm:pt modelId="{41C1DF84-99D2-4D51-875E-40974594480A}" type="parTrans" cxnId="{4B8192AF-04A4-455F-9373-95362A25DC66}">
      <dgm:prSet/>
      <dgm:spPr/>
      <dgm:t>
        <a:bodyPr/>
        <a:lstStyle/>
        <a:p>
          <a:endParaRPr lang="en-US"/>
        </a:p>
      </dgm:t>
    </dgm:pt>
    <dgm:pt modelId="{A8696E0B-C6CF-4238-8623-42D86A93F052}" type="pres">
      <dgm:prSet presAssocID="{D396309A-EBD3-4336-A2F0-E52D1B891299}" presName="root" presStyleCnt="0">
        <dgm:presLayoutVars>
          <dgm:dir/>
          <dgm:resizeHandles val="exact"/>
        </dgm:presLayoutVars>
      </dgm:prSet>
      <dgm:spPr/>
    </dgm:pt>
    <dgm:pt modelId="{D859BA8F-DF8C-4C96-9B58-4F33E8463044}" type="pres">
      <dgm:prSet presAssocID="{017BCF1D-ABE5-40B4-84C1-FB6717833630}" presName="compNode" presStyleCnt="0"/>
      <dgm:spPr/>
    </dgm:pt>
    <dgm:pt modelId="{769CC63D-586C-4A85-AD85-053EF5705481}" type="pres">
      <dgm:prSet presAssocID="{017BCF1D-ABE5-40B4-84C1-FB6717833630}" presName="bgRect" presStyleLbl="bgShp" presStyleIdx="0" presStyleCnt="5"/>
      <dgm:spPr/>
    </dgm:pt>
    <dgm:pt modelId="{5B3AD961-3C20-4704-9978-75D66EFC80BB}" type="pres">
      <dgm:prSet presAssocID="{017BCF1D-ABE5-40B4-84C1-FB6717833630}"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A3B94A5F-8D93-4EE8-AB9D-844B0CB9BDF6}" type="pres">
      <dgm:prSet presAssocID="{017BCF1D-ABE5-40B4-84C1-FB6717833630}" presName="spaceRect" presStyleCnt="0"/>
      <dgm:spPr/>
    </dgm:pt>
    <dgm:pt modelId="{95D8309B-F4B1-4BF3-BF34-6412A3E1FA48}" type="pres">
      <dgm:prSet presAssocID="{017BCF1D-ABE5-40B4-84C1-FB6717833630}" presName="parTx" presStyleLbl="revTx" presStyleIdx="0" presStyleCnt="5">
        <dgm:presLayoutVars>
          <dgm:chMax val="0"/>
          <dgm:chPref val="0"/>
        </dgm:presLayoutVars>
      </dgm:prSet>
      <dgm:spPr/>
    </dgm:pt>
    <dgm:pt modelId="{459AB19A-57DD-49B2-9DAE-3114073DC3B8}" type="pres">
      <dgm:prSet presAssocID="{3755742E-351F-49F8-9E08-B952F7DC3599}" presName="sibTrans" presStyleCnt="0"/>
      <dgm:spPr/>
    </dgm:pt>
    <dgm:pt modelId="{A2BC193E-F850-4992-9110-C85E16678316}" type="pres">
      <dgm:prSet presAssocID="{C496C2BB-9E95-476D-8BAD-E94C77FD1AB2}" presName="compNode" presStyleCnt="0"/>
      <dgm:spPr/>
    </dgm:pt>
    <dgm:pt modelId="{A8E48E28-0217-4412-9BE8-4E06CD79F8D3}" type="pres">
      <dgm:prSet presAssocID="{C496C2BB-9E95-476D-8BAD-E94C77FD1AB2}" presName="bgRect" presStyleLbl="bgShp" presStyleIdx="1" presStyleCnt="5"/>
      <dgm:spPr/>
    </dgm:pt>
    <dgm:pt modelId="{C9BE3A01-C1ED-40D1-9FDF-6F32B45A5AEE}" type="pres">
      <dgm:prSet presAssocID="{C496C2BB-9E95-476D-8BAD-E94C77FD1AB2}"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r chart"/>
        </a:ext>
      </dgm:extLst>
    </dgm:pt>
    <dgm:pt modelId="{9B9F6ED9-18C6-4AF6-8FE6-6F1455CFA1F7}" type="pres">
      <dgm:prSet presAssocID="{C496C2BB-9E95-476D-8BAD-E94C77FD1AB2}" presName="spaceRect" presStyleCnt="0"/>
      <dgm:spPr/>
    </dgm:pt>
    <dgm:pt modelId="{D23E8022-DE16-4D4B-A619-EF90410C3ED7}" type="pres">
      <dgm:prSet presAssocID="{C496C2BB-9E95-476D-8BAD-E94C77FD1AB2}" presName="parTx" presStyleLbl="revTx" presStyleIdx="1" presStyleCnt="5">
        <dgm:presLayoutVars>
          <dgm:chMax val="0"/>
          <dgm:chPref val="0"/>
        </dgm:presLayoutVars>
      </dgm:prSet>
      <dgm:spPr/>
    </dgm:pt>
    <dgm:pt modelId="{7C056C1B-A6A5-4E8A-B47B-90CD36D123C0}" type="pres">
      <dgm:prSet presAssocID="{E4EA74EB-E048-43E6-8198-99F3F746A183}" presName="sibTrans" presStyleCnt="0"/>
      <dgm:spPr/>
    </dgm:pt>
    <dgm:pt modelId="{871B00B5-A437-42C6-92C4-C185730CB94B}" type="pres">
      <dgm:prSet presAssocID="{90FEF5B4-6DA2-4A3E-92B4-56BA725C9AA7}" presName="compNode" presStyleCnt="0"/>
      <dgm:spPr/>
    </dgm:pt>
    <dgm:pt modelId="{51A87364-95AE-4E20-B04A-D20DBC1DAE23}" type="pres">
      <dgm:prSet presAssocID="{90FEF5B4-6DA2-4A3E-92B4-56BA725C9AA7}" presName="bgRect" presStyleLbl="bgShp" presStyleIdx="2" presStyleCnt="5"/>
      <dgm:spPr/>
    </dgm:pt>
    <dgm:pt modelId="{E297A8A0-2B3D-4A42-9351-35E6D7200252}" type="pres">
      <dgm:prSet presAssocID="{90FEF5B4-6DA2-4A3E-92B4-56BA725C9AA7}"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anabata Tree"/>
        </a:ext>
      </dgm:extLst>
    </dgm:pt>
    <dgm:pt modelId="{B3D58DAA-89E5-4FF2-9DE8-E3BC8B7ED9A9}" type="pres">
      <dgm:prSet presAssocID="{90FEF5B4-6DA2-4A3E-92B4-56BA725C9AA7}" presName="spaceRect" presStyleCnt="0"/>
      <dgm:spPr/>
    </dgm:pt>
    <dgm:pt modelId="{EDB97741-1F18-441F-86C5-CED5BAA24AF8}" type="pres">
      <dgm:prSet presAssocID="{90FEF5B4-6DA2-4A3E-92B4-56BA725C9AA7}" presName="parTx" presStyleLbl="revTx" presStyleIdx="2" presStyleCnt="5">
        <dgm:presLayoutVars>
          <dgm:chMax val="0"/>
          <dgm:chPref val="0"/>
        </dgm:presLayoutVars>
      </dgm:prSet>
      <dgm:spPr/>
    </dgm:pt>
    <dgm:pt modelId="{27E8A0ED-E7A0-42BE-90BD-6F7E416531C5}" type="pres">
      <dgm:prSet presAssocID="{3B12F22E-E8F9-44EB-A066-755E29FF2DE7}" presName="sibTrans" presStyleCnt="0"/>
      <dgm:spPr/>
    </dgm:pt>
    <dgm:pt modelId="{445F06D5-6C2A-4E19-BF85-A16262B6AEB6}" type="pres">
      <dgm:prSet presAssocID="{4DE1441C-1B66-4D25-BAB7-517B4275826A}" presName="compNode" presStyleCnt="0"/>
      <dgm:spPr/>
    </dgm:pt>
    <dgm:pt modelId="{6081DB55-59D9-4EA9-A4BD-8F2A8570EC28}" type="pres">
      <dgm:prSet presAssocID="{4DE1441C-1B66-4D25-BAB7-517B4275826A}" presName="bgRect" presStyleLbl="bgShp" presStyleIdx="3" presStyleCnt="5"/>
      <dgm:spPr/>
    </dgm:pt>
    <dgm:pt modelId="{EAF1AD7D-5831-4D34-825A-C6E4C3792346}" type="pres">
      <dgm:prSet presAssocID="{4DE1441C-1B66-4D25-BAB7-517B4275826A}"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Dumbbell"/>
        </a:ext>
      </dgm:extLst>
    </dgm:pt>
    <dgm:pt modelId="{6CAD0108-D0E8-498B-8FE1-ABC2B3AD8FFC}" type="pres">
      <dgm:prSet presAssocID="{4DE1441C-1B66-4D25-BAB7-517B4275826A}" presName="spaceRect" presStyleCnt="0"/>
      <dgm:spPr/>
    </dgm:pt>
    <dgm:pt modelId="{9F7FA805-9B9D-4084-A873-BDA4EBB72C8D}" type="pres">
      <dgm:prSet presAssocID="{4DE1441C-1B66-4D25-BAB7-517B4275826A}" presName="parTx" presStyleLbl="revTx" presStyleIdx="3" presStyleCnt="5">
        <dgm:presLayoutVars>
          <dgm:chMax val="0"/>
          <dgm:chPref val="0"/>
        </dgm:presLayoutVars>
      </dgm:prSet>
      <dgm:spPr/>
    </dgm:pt>
    <dgm:pt modelId="{27C78467-5117-49D4-BBC6-DBB0E62E3BE0}" type="pres">
      <dgm:prSet presAssocID="{62AB058B-C739-4AF2-A1F8-C883C09697E3}" presName="sibTrans" presStyleCnt="0"/>
      <dgm:spPr/>
    </dgm:pt>
    <dgm:pt modelId="{C7567DB6-6098-408E-81AC-EDF77569531F}" type="pres">
      <dgm:prSet presAssocID="{1F831C9A-231F-4CE8-A045-CC9EE1FF3970}" presName="compNode" presStyleCnt="0"/>
      <dgm:spPr/>
    </dgm:pt>
    <dgm:pt modelId="{8C81D4CA-B5E7-4FE1-A4D9-A6E37874BEED}" type="pres">
      <dgm:prSet presAssocID="{1F831C9A-231F-4CE8-A045-CC9EE1FF3970}" presName="bgRect" presStyleLbl="bgShp" presStyleIdx="4" presStyleCnt="5"/>
      <dgm:spPr/>
    </dgm:pt>
    <dgm:pt modelId="{B56B15DB-BA32-402A-AB23-D8EAC151EE6D}" type="pres">
      <dgm:prSet presAssocID="{1F831C9A-231F-4CE8-A045-CC9EE1FF3970}"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Checkmark"/>
        </a:ext>
      </dgm:extLst>
    </dgm:pt>
    <dgm:pt modelId="{A14CA5B7-9A1E-44D3-9115-368E2F2AFF4B}" type="pres">
      <dgm:prSet presAssocID="{1F831C9A-231F-4CE8-A045-CC9EE1FF3970}" presName="spaceRect" presStyleCnt="0"/>
      <dgm:spPr/>
    </dgm:pt>
    <dgm:pt modelId="{5DF3B0BD-4E08-4852-B2A5-3A39688DF56E}" type="pres">
      <dgm:prSet presAssocID="{1F831C9A-231F-4CE8-A045-CC9EE1FF3970}" presName="parTx" presStyleLbl="revTx" presStyleIdx="4" presStyleCnt="5">
        <dgm:presLayoutVars>
          <dgm:chMax val="0"/>
          <dgm:chPref val="0"/>
        </dgm:presLayoutVars>
      </dgm:prSet>
      <dgm:spPr/>
    </dgm:pt>
  </dgm:ptLst>
  <dgm:cxnLst>
    <dgm:cxn modelId="{07569B12-860A-4BEF-94CE-6E8601971555}" type="presOf" srcId="{4DE1441C-1B66-4D25-BAB7-517B4275826A}" destId="{9F7FA805-9B9D-4084-A873-BDA4EBB72C8D}" srcOrd="0" destOrd="0" presId="urn:microsoft.com/office/officeart/2018/2/layout/IconVerticalSolidList"/>
    <dgm:cxn modelId="{BF5F763C-17CF-4CDD-A44C-3052F0FC2387}" type="presOf" srcId="{017BCF1D-ABE5-40B4-84C1-FB6717833630}" destId="{95D8309B-F4B1-4BF3-BF34-6412A3E1FA48}" srcOrd="0" destOrd="0" presId="urn:microsoft.com/office/officeart/2018/2/layout/IconVerticalSolidList"/>
    <dgm:cxn modelId="{D6C74F46-6BC9-4186-96D7-C20F8D453659}" srcId="{D396309A-EBD3-4336-A2F0-E52D1B891299}" destId="{017BCF1D-ABE5-40B4-84C1-FB6717833630}" srcOrd="0" destOrd="0" parTransId="{B347AFF2-2ADF-4DF1-9559-3E25B666DDCF}" sibTransId="{3755742E-351F-49F8-9E08-B952F7DC3599}"/>
    <dgm:cxn modelId="{C8C0E46D-7AFE-436B-8534-7FC812D91894}" srcId="{D396309A-EBD3-4336-A2F0-E52D1B891299}" destId="{1F831C9A-231F-4CE8-A045-CC9EE1FF3970}" srcOrd="4" destOrd="0" parTransId="{2487E902-638D-4829-A208-6CE090A8F6A6}" sibTransId="{5A38035F-A8A2-4664-8D00-D619C0819C50}"/>
    <dgm:cxn modelId="{F7D59959-E422-40E3-89F1-349DFC10A904}" type="presOf" srcId="{90FEF5B4-6DA2-4A3E-92B4-56BA725C9AA7}" destId="{EDB97741-1F18-441F-86C5-CED5BAA24AF8}" srcOrd="0" destOrd="0" presId="urn:microsoft.com/office/officeart/2018/2/layout/IconVerticalSolidList"/>
    <dgm:cxn modelId="{13EE4AA1-0C8A-4BA8-BFCA-E775B50BDAA7}" srcId="{D396309A-EBD3-4336-A2F0-E52D1B891299}" destId="{4DE1441C-1B66-4D25-BAB7-517B4275826A}" srcOrd="3" destOrd="0" parTransId="{DEC29141-8FD6-48DD-A9CD-92AB6F23F7E2}" sibTransId="{62AB058B-C739-4AF2-A1F8-C883C09697E3}"/>
    <dgm:cxn modelId="{4B8192AF-04A4-455F-9373-95362A25DC66}" srcId="{D396309A-EBD3-4336-A2F0-E52D1B891299}" destId="{C496C2BB-9E95-476D-8BAD-E94C77FD1AB2}" srcOrd="1" destOrd="0" parTransId="{41C1DF84-99D2-4D51-875E-40974594480A}" sibTransId="{E4EA74EB-E048-43E6-8198-99F3F746A183}"/>
    <dgm:cxn modelId="{C38078BA-F52B-44FF-9138-DDAE37B3A5CC}" type="presOf" srcId="{C496C2BB-9E95-476D-8BAD-E94C77FD1AB2}" destId="{D23E8022-DE16-4D4B-A619-EF90410C3ED7}" srcOrd="0" destOrd="0" presId="urn:microsoft.com/office/officeart/2018/2/layout/IconVerticalSolidList"/>
    <dgm:cxn modelId="{6108D4E5-D312-4764-8A25-A012265347A2}" type="presOf" srcId="{D396309A-EBD3-4336-A2F0-E52D1B891299}" destId="{A8696E0B-C6CF-4238-8623-42D86A93F052}" srcOrd="0" destOrd="0" presId="urn:microsoft.com/office/officeart/2018/2/layout/IconVerticalSolidList"/>
    <dgm:cxn modelId="{906AE6EF-93F9-4850-AB5C-3DFFDC6851E3}" type="presOf" srcId="{1F831C9A-231F-4CE8-A045-CC9EE1FF3970}" destId="{5DF3B0BD-4E08-4852-B2A5-3A39688DF56E}" srcOrd="0" destOrd="0" presId="urn:microsoft.com/office/officeart/2018/2/layout/IconVerticalSolidList"/>
    <dgm:cxn modelId="{4D62CAFB-04B2-4661-9FF5-0AEF74736FE9}" srcId="{D396309A-EBD3-4336-A2F0-E52D1B891299}" destId="{90FEF5B4-6DA2-4A3E-92B4-56BA725C9AA7}" srcOrd="2" destOrd="0" parTransId="{9AB94BBA-F216-493E-8405-AD2192A0107C}" sibTransId="{3B12F22E-E8F9-44EB-A066-755E29FF2DE7}"/>
    <dgm:cxn modelId="{0024CAB0-09D6-45E5-8A65-E273F37437D6}" type="presParOf" srcId="{A8696E0B-C6CF-4238-8623-42D86A93F052}" destId="{D859BA8F-DF8C-4C96-9B58-4F33E8463044}" srcOrd="0" destOrd="0" presId="urn:microsoft.com/office/officeart/2018/2/layout/IconVerticalSolidList"/>
    <dgm:cxn modelId="{1C6DBBBD-DCA5-4AFA-9A91-1D8188886956}" type="presParOf" srcId="{D859BA8F-DF8C-4C96-9B58-4F33E8463044}" destId="{769CC63D-586C-4A85-AD85-053EF5705481}" srcOrd="0" destOrd="0" presId="urn:microsoft.com/office/officeart/2018/2/layout/IconVerticalSolidList"/>
    <dgm:cxn modelId="{31D1AE04-9FA3-4DBE-AD52-97EF03B21712}" type="presParOf" srcId="{D859BA8F-DF8C-4C96-9B58-4F33E8463044}" destId="{5B3AD961-3C20-4704-9978-75D66EFC80BB}" srcOrd="1" destOrd="0" presId="urn:microsoft.com/office/officeart/2018/2/layout/IconVerticalSolidList"/>
    <dgm:cxn modelId="{472C7CEE-AFE4-462C-972B-80DFA5BAA520}" type="presParOf" srcId="{D859BA8F-DF8C-4C96-9B58-4F33E8463044}" destId="{A3B94A5F-8D93-4EE8-AB9D-844B0CB9BDF6}" srcOrd="2" destOrd="0" presId="urn:microsoft.com/office/officeart/2018/2/layout/IconVerticalSolidList"/>
    <dgm:cxn modelId="{087D0E55-0FE0-4059-9BB2-DFF8D4293E72}" type="presParOf" srcId="{D859BA8F-DF8C-4C96-9B58-4F33E8463044}" destId="{95D8309B-F4B1-4BF3-BF34-6412A3E1FA48}" srcOrd="3" destOrd="0" presId="urn:microsoft.com/office/officeart/2018/2/layout/IconVerticalSolidList"/>
    <dgm:cxn modelId="{578D5B01-2BC8-4EB2-8A49-70B8B23BDBB3}" type="presParOf" srcId="{A8696E0B-C6CF-4238-8623-42D86A93F052}" destId="{459AB19A-57DD-49B2-9DAE-3114073DC3B8}" srcOrd="1" destOrd="0" presId="urn:microsoft.com/office/officeart/2018/2/layout/IconVerticalSolidList"/>
    <dgm:cxn modelId="{81BB71CA-9311-4FA4-9E4C-CB14048D31B9}" type="presParOf" srcId="{A8696E0B-C6CF-4238-8623-42D86A93F052}" destId="{A2BC193E-F850-4992-9110-C85E16678316}" srcOrd="2" destOrd="0" presId="urn:microsoft.com/office/officeart/2018/2/layout/IconVerticalSolidList"/>
    <dgm:cxn modelId="{F022E237-652E-4254-899D-5FAC63143F8F}" type="presParOf" srcId="{A2BC193E-F850-4992-9110-C85E16678316}" destId="{A8E48E28-0217-4412-9BE8-4E06CD79F8D3}" srcOrd="0" destOrd="0" presId="urn:microsoft.com/office/officeart/2018/2/layout/IconVerticalSolidList"/>
    <dgm:cxn modelId="{4EC7B811-6705-45DD-864D-160EA315E837}" type="presParOf" srcId="{A2BC193E-F850-4992-9110-C85E16678316}" destId="{C9BE3A01-C1ED-40D1-9FDF-6F32B45A5AEE}" srcOrd="1" destOrd="0" presId="urn:microsoft.com/office/officeart/2018/2/layout/IconVerticalSolidList"/>
    <dgm:cxn modelId="{3553473C-FD56-4E9D-BC1B-2DB09824E1E0}" type="presParOf" srcId="{A2BC193E-F850-4992-9110-C85E16678316}" destId="{9B9F6ED9-18C6-4AF6-8FE6-6F1455CFA1F7}" srcOrd="2" destOrd="0" presId="urn:microsoft.com/office/officeart/2018/2/layout/IconVerticalSolidList"/>
    <dgm:cxn modelId="{B50A9B3D-B57C-47B0-BA7F-B4CA11690995}" type="presParOf" srcId="{A2BC193E-F850-4992-9110-C85E16678316}" destId="{D23E8022-DE16-4D4B-A619-EF90410C3ED7}" srcOrd="3" destOrd="0" presId="urn:microsoft.com/office/officeart/2018/2/layout/IconVerticalSolidList"/>
    <dgm:cxn modelId="{6A4A9C67-03E7-4C70-A998-9C4204C0BF4F}" type="presParOf" srcId="{A8696E0B-C6CF-4238-8623-42D86A93F052}" destId="{7C056C1B-A6A5-4E8A-B47B-90CD36D123C0}" srcOrd="3" destOrd="0" presId="urn:microsoft.com/office/officeart/2018/2/layout/IconVerticalSolidList"/>
    <dgm:cxn modelId="{F2A06C76-D94E-4616-96C0-5B6F15F77EDB}" type="presParOf" srcId="{A8696E0B-C6CF-4238-8623-42D86A93F052}" destId="{871B00B5-A437-42C6-92C4-C185730CB94B}" srcOrd="4" destOrd="0" presId="urn:microsoft.com/office/officeart/2018/2/layout/IconVerticalSolidList"/>
    <dgm:cxn modelId="{1A93CA26-370B-47B5-B89A-5380CAF20682}" type="presParOf" srcId="{871B00B5-A437-42C6-92C4-C185730CB94B}" destId="{51A87364-95AE-4E20-B04A-D20DBC1DAE23}" srcOrd="0" destOrd="0" presId="urn:microsoft.com/office/officeart/2018/2/layout/IconVerticalSolidList"/>
    <dgm:cxn modelId="{169DE44E-815C-4105-B58C-37DAC1601215}" type="presParOf" srcId="{871B00B5-A437-42C6-92C4-C185730CB94B}" destId="{E297A8A0-2B3D-4A42-9351-35E6D7200252}" srcOrd="1" destOrd="0" presId="urn:microsoft.com/office/officeart/2018/2/layout/IconVerticalSolidList"/>
    <dgm:cxn modelId="{2FF59A30-C4C6-4FDC-81FF-CAB40D3E087B}" type="presParOf" srcId="{871B00B5-A437-42C6-92C4-C185730CB94B}" destId="{B3D58DAA-89E5-4FF2-9DE8-E3BC8B7ED9A9}" srcOrd="2" destOrd="0" presId="urn:microsoft.com/office/officeart/2018/2/layout/IconVerticalSolidList"/>
    <dgm:cxn modelId="{F9C5E990-9A2D-4510-BE97-81909B255308}" type="presParOf" srcId="{871B00B5-A437-42C6-92C4-C185730CB94B}" destId="{EDB97741-1F18-441F-86C5-CED5BAA24AF8}" srcOrd="3" destOrd="0" presId="urn:microsoft.com/office/officeart/2018/2/layout/IconVerticalSolidList"/>
    <dgm:cxn modelId="{1E706F95-561F-4CED-8BE0-8E504279BC10}" type="presParOf" srcId="{A8696E0B-C6CF-4238-8623-42D86A93F052}" destId="{27E8A0ED-E7A0-42BE-90BD-6F7E416531C5}" srcOrd="5" destOrd="0" presId="urn:microsoft.com/office/officeart/2018/2/layout/IconVerticalSolidList"/>
    <dgm:cxn modelId="{E6006648-E570-4FD2-8508-C89D3FEFB5D9}" type="presParOf" srcId="{A8696E0B-C6CF-4238-8623-42D86A93F052}" destId="{445F06D5-6C2A-4E19-BF85-A16262B6AEB6}" srcOrd="6" destOrd="0" presId="urn:microsoft.com/office/officeart/2018/2/layout/IconVerticalSolidList"/>
    <dgm:cxn modelId="{78D383B8-67F1-4517-B0C9-9655DBCB3243}" type="presParOf" srcId="{445F06D5-6C2A-4E19-BF85-A16262B6AEB6}" destId="{6081DB55-59D9-4EA9-A4BD-8F2A8570EC28}" srcOrd="0" destOrd="0" presId="urn:microsoft.com/office/officeart/2018/2/layout/IconVerticalSolidList"/>
    <dgm:cxn modelId="{004064C9-8418-487A-9340-6279224FC74B}" type="presParOf" srcId="{445F06D5-6C2A-4E19-BF85-A16262B6AEB6}" destId="{EAF1AD7D-5831-4D34-825A-C6E4C3792346}" srcOrd="1" destOrd="0" presId="urn:microsoft.com/office/officeart/2018/2/layout/IconVerticalSolidList"/>
    <dgm:cxn modelId="{319AE3BB-8961-4357-839B-E4E03B39E6F7}" type="presParOf" srcId="{445F06D5-6C2A-4E19-BF85-A16262B6AEB6}" destId="{6CAD0108-D0E8-498B-8FE1-ABC2B3AD8FFC}" srcOrd="2" destOrd="0" presId="urn:microsoft.com/office/officeart/2018/2/layout/IconVerticalSolidList"/>
    <dgm:cxn modelId="{3EE6D98A-4AAE-44EA-A1AF-3F38169F51CA}" type="presParOf" srcId="{445F06D5-6C2A-4E19-BF85-A16262B6AEB6}" destId="{9F7FA805-9B9D-4084-A873-BDA4EBB72C8D}" srcOrd="3" destOrd="0" presId="urn:microsoft.com/office/officeart/2018/2/layout/IconVerticalSolidList"/>
    <dgm:cxn modelId="{DADFAE53-7BAC-40F0-B232-42EF81E5FDFF}" type="presParOf" srcId="{A8696E0B-C6CF-4238-8623-42D86A93F052}" destId="{27C78467-5117-49D4-BBC6-DBB0E62E3BE0}" srcOrd="7" destOrd="0" presId="urn:microsoft.com/office/officeart/2018/2/layout/IconVerticalSolidList"/>
    <dgm:cxn modelId="{655B0B73-14BA-41DD-ADDF-5C934B84C7AF}" type="presParOf" srcId="{A8696E0B-C6CF-4238-8623-42D86A93F052}" destId="{C7567DB6-6098-408E-81AC-EDF77569531F}" srcOrd="8" destOrd="0" presId="urn:microsoft.com/office/officeart/2018/2/layout/IconVerticalSolidList"/>
    <dgm:cxn modelId="{538F3A6A-564D-4CE9-8456-1E37CA270E56}" type="presParOf" srcId="{C7567DB6-6098-408E-81AC-EDF77569531F}" destId="{8C81D4CA-B5E7-4FE1-A4D9-A6E37874BEED}" srcOrd="0" destOrd="0" presId="urn:microsoft.com/office/officeart/2018/2/layout/IconVerticalSolidList"/>
    <dgm:cxn modelId="{BE1E8991-4CEB-4149-B77A-BCA7CA451D3F}" type="presParOf" srcId="{C7567DB6-6098-408E-81AC-EDF77569531F}" destId="{B56B15DB-BA32-402A-AB23-D8EAC151EE6D}" srcOrd="1" destOrd="0" presId="urn:microsoft.com/office/officeart/2018/2/layout/IconVerticalSolidList"/>
    <dgm:cxn modelId="{1FC5D428-B56C-472E-9E3C-5F9A644DFCE3}" type="presParOf" srcId="{C7567DB6-6098-408E-81AC-EDF77569531F}" destId="{A14CA5B7-9A1E-44D3-9115-368E2F2AFF4B}" srcOrd="2" destOrd="0" presId="urn:microsoft.com/office/officeart/2018/2/layout/IconVerticalSolidList"/>
    <dgm:cxn modelId="{333B3755-BD3E-4DF5-816D-B9BD8DE5FA1B}" type="presParOf" srcId="{C7567DB6-6098-408E-81AC-EDF77569531F}" destId="{5DF3B0BD-4E08-4852-B2A5-3A39688DF56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F2D1A6-E4E5-4310-ADFB-142B111CC957}">
      <dsp:nvSpPr>
        <dsp:cNvPr id="0" name=""/>
        <dsp:cNvSpPr/>
      </dsp:nvSpPr>
      <dsp:spPr>
        <a:xfrm>
          <a:off x="0" y="0"/>
          <a:ext cx="3850095" cy="981705"/>
        </a:xfrm>
        <a:prstGeom prst="roundRect">
          <a:avLst>
            <a:gd name="adj" fmla="val 10000"/>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 Build a YOLOv3-based object detector for text regions.</a:t>
          </a:r>
        </a:p>
      </dsp:txBody>
      <dsp:txXfrm>
        <a:off x="28753" y="28753"/>
        <a:ext cx="2675899" cy="924199"/>
      </dsp:txXfrm>
    </dsp:sp>
    <dsp:sp modelId="{EEC90FC7-07D3-45BA-BB1B-2E784CCE4EAC}">
      <dsp:nvSpPr>
        <dsp:cNvPr id="0" name=""/>
        <dsp:cNvSpPr/>
      </dsp:nvSpPr>
      <dsp:spPr>
        <a:xfrm>
          <a:off x="287507" y="1118053"/>
          <a:ext cx="3850095" cy="981705"/>
        </a:xfrm>
        <a:prstGeom prst="roundRect">
          <a:avLst>
            <a:gd name="adj" fmla="val 10000"/>
          </a:avLst>
        </a:prstGeom>
        <a:gradFill rotWithShape="0">
          <a:gsLst>
            <a:gs pos="0">
              <a:schemeClr val="accent5">
                <a:hueOff val="-2483469"/>
                <a:satOff val="9953"/>
                <a:lumOff val="2157"/>
                <a:alphaOff val="0"/>
                <a:tint val="100000"/>
                <a:shade val="100000"/>
                <a:satMod val="130000"/>
              </a:schemeClr>
            </a:gs>
            <a:gs pos="100000">
              <a:schemeClr val="accent5">
                <a:hueOff val="-2483469"/>
                <a:satOff val="9953"/>
                <a:lumOff val="2157"/>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 Extract detected regions and preprocess them for OCR.</a:t>
          </a:r>
        </a:p>
      </dsp:txBody>
      <dsp:txXfrm>
        <a:off x="316260" y="1146806"/>
        <a:ext cx="2866973" cy="924199"/>
      </dsp:txXfrm>
    </dsp:sp>
    <dsp:sp modelId="{10EBBDBB-84BC-40E5-92C7-065F347AD1AF}">
      <dsp:nvSpPr>
        <dsp:cNvPr id="0" name=""/>
        <dsp:cNvSpPr/>
      </dsp:nvSpPr>
      <dsp:spPr>
        <a:xfrm>
          <a:off x="575014" y="2236107"/>
          <a:ext cx="3850095" cy="981705"/>
        </a:xfrm>
        <a:prstGeom prst="roundRect">
          <a:avLst>
            <a:gd name="adj" fmla="val 10000"/>
          </a:avLst>
        </a:prstGeom>
        <a:gradFill rotWithShape="0">
          <a:gsLst>
            <a:gs pos="0">
              <a:schemeClr val="accent5">
                <a:hueOff val="-4966938"/>
                <a:satOff val="19906"/>
                <a:lumOff val="4314"/>
                <a:alphaOff val="0"/>
                <a:tint val="100000"/>
                <a:shade val="100000"/>
                <a:satMod val="130000"/>
              </a:schemeClr>
            </a:gs>
            <a:gs pos="100000">
              <a:schemeClr val="accent5">
                <a:hueOff val="-4966938"/>
                <a:satOff val="19906"/>
                <a:lumOff val="4314"/>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 Use Tesseract to convert image text into editable format.</a:t>
          </a:r>
        </a:p>
      </dsp:txBody>
      <dsp:txXfrm>
        <a:off x="603767" y="2264860"/>
        <a:ext cx="2866973" cy="924199"/>
      </dsp:txXfrm>
    </dsp:sp>
    <dsp:sp modelId="{C1A39E23-4FD4-41CB-B891-3E502E67E81B}">
      <dsp:nvSpPr>
        <dsp:cNvPr id="0" name=""/>
        <dsp:cNvSpPr/>
      </dsp:nvSpPr>
      <dsp:spPr>
        <a:xfrm>
          <a:off x="862521" y="3354160"/>
          <a:ext cx="3850095" cy="981705"/>
        </a:xfrm>
        <a:prstGeom prst="roundRect">
          <a:avLst>
            <a:gd name="adj" fmla="val 10000"/>
          </a:avLst>
        </a:prstGeom>
        <a:gradFill rotWithShape="0">
          <a:gsLst>
            <a:gs pos="0">
              <a:schemeClr val="accent5">
                <a:hueOff val="-7450407"/>
                <a:satOff val="29858"/>
                <a:lumOff val="6471"/>
                <a:alphaOff val="0"/>
                <a:tint val="100000"/>
                <a:shade val="100000"/>
                <a:satMod val="130000"/>
              </a:schemeClr>
            </a:gs>
            <a:gs pos="100000">
              <a:schemeClr val="accent5">
                <a:hueOff val="-7450407"/>
                <a:satOff val="29858"/>
                <a:lumOff val="6471"/>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 Deploy and automate the workflow using Colab</a:t>
          </a:r>
        </a:p>
      </dsp:txBody>
      <dsp:txXfrm>
        <a:off x="891274" y="3382913"/>
        <a:ext cx="2866973" cy="924199"/>
      </dsp:txXfrm>
    </dsp:sp>
    <dsp:sp modelId="{F54DD273-790E-4D70-9B41-C154E35FD25B}">
      <dsp:nvSpPr>
        <dsp:cNvPr id="0" name=""/>
        <dsp:cNvSpPr/>
      </dsp:nvSpPr>
      <dsp:spPr>
        <a:xfrm>
          <a:off x="1150028" y="4472214"/>
          <a:ext cx="3850095" cy="981705"/>
        </a:xfrm>
        <a:prstGeom prst="roundRect">
          <a:avLst>
            <a:gd name="adj" fmla="val 10000"/>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 Evaluate accuracy and optimize model performance.</a:t>
          </a:r>
        </a:p>
      </dsp:txBody>
      <dsp:txXfrm>
        <a:off x="1178781" y="4500967"/>
        <a:ext cx="2866973" cy="924199"/>
      </dsp:txXfrm>
    </dsp:sp>
    <dsp:sp modelId="{0D6D2DD3-4445-4EE5-B728-1012598B81C6}">
      <dsp:nvSpPr>
        <dsp:cNvPr id="0" name=""/>
        <dsp:cNvSpPr/>
      </dsp:nvSpPr>
      <dsp:spPr>
        <a:xfrm>
          <a:off x="3211986" y="717190"/>
          <a:ext cx="638108" cy="638108"/>
        </a:xfrm>
        <a:prstGeom prst="downArrow">
          <a:avLst>
            <a:gd name="adj1" fmla="val 55000"/>
            <a:gd name="adj2" fmla="val 45000"/>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3355560" y="717190"/>
        <a:ext cx="350960" cy="480176"/>
      </dsp:txXfrm>
    </dsp:sp>
    <dsp:sp modelId="{FFDE6E22-9C96-43B0-8688-2171A9A40CD7}">
      <dsp:nvSpPr>
        <dsp:cNvPr id="0" name=""/>
        <dsp:cNvSpPr/>
      </dsp:nvSpPr>
      <dsp:spPr>
        <a:xfrm>
          <a:off x="3499493" y="1835244"/>
          <a:ext cx="638108" cy="638108"/>
        </a:xfrm>
        <a:prstGeom prst="downArrow">
          <a:avLst>
            <a:gd name="adj1" fmla="val 55000"/>
            <a:gd name="adj2" fmla="val 45000"/>
          </a:avLst>
        </a:prstGeom>
        <a:solidFill>
          <a:schemeClr val="accent5">
            <a:tint val="40000"/>
            <a:alpha val="90000"/>
            <a:hueOff val="-3580161"/>
            <a:satOff val="16084"/>
            <a:lumOff val="1106"/>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3643067" y="1835244"/>
        <a:ext cx="350960" cy="480176"/>
      </dsp:txXfrm>
    </dsp:sp>
    <dsp:sp modelId="{9D3E2B2D-4253-41BF-8040-99A6C874FC8E}">
      <dsp:nvSpPr>
        <dsp:cNvPr id="0" name=""/>
        <dsp:cNvSpPr/>
      </dsp:nvSpPr>
      <dsp:spPr>
        <a:xfrm>
          <a:off x="3787001" y="2936935"/>
          <a:ext cx="638108" cy="638108"/>
        </a:xfrm>
        <a:prstGeom prst="downArrow">
          <a:avLst>
            <a:gd name="adj1" fmla="val 55000"/>
            <a:gd name="adj2" fmla="val 45000"/>
          </a:avLst>
        </a:prstGeom>
        <a:solidFill>
          <a:schemeClr val="accent5">
            <a:tint val="40000"/>
            <a:alpha val="90000"/>
            <a:hueOff val="-7160321"/>
            <a:satOff val="32169"/>
            <a:lumOff val="2211"/>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3930575" y="2936935"/>
        <a:ext cx="350960" cy="480176"/>
      </dsp:txXfrm>
    </dsp:sp>
    <dsp:sp modelId="{D838B8AE-65A8-45FE-9B95-06E521FBA259}">
      <dsp:nvSpPr>
        <dsp:cNvPr id="0" name=""/>
        <dsp:cNvSpPr/>
      </dsp:nvSpPr>
      <dsp:spPr>
        <a:xfrm>
          <a:off x="4074508" y="4065897"/>
          <a:ext cx="638108" cy="638108"/>
        </a:xfrm>
        <a:prstGeom prst="downArrow">
          <a:avLst>
            <a:gd name="adj1" fmla="val 55000"/>
            <a:gd name="adj2" fmla="val 45000"/>
          </a:avLst>
        </a:prstGeom>
        <a:solidFill>
          <a:schemeClr val="accent5">
            <a:tint val="40000"/>
            <a:alpha val="90000"/>
            <a:hueOff val="-10740482"/>
            <a:satOff val="48253"/>
            <a:lumOff val="3317"/>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4218082" y="4065897"/>
        <a:ext cx="350960" cy="4801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4B73AF-86F5-4E65-B0B9-A7B559C3B5B8}">
      <dsp:nvSpPr>
        <dsp:cNvPr id="0" name=""/>
        <dsp:cNvSpPr/>
      </dsp:nvSpPr>
      <dsp:spPr>
        <a:xfrm>
          <a:off x="0" y="767921"/>
          <a:ext cx="5051582" cy="455715"/>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Dataset: https://drive.google.com/driv</a:t>
          </a:r>
          <a:r>
            <a:rPr lang="en-IN" sz="1900" kern="1200"/>
            <a:t>e</a:t>
          </a:r>
          <a:endParaRPr lang="en-US" sz="1900" kern="1200"/>
        </a:p>
      </dsp:txBody>
      <dsp:txXfrm>
        <a:off x="22246" y="790167"/>
        <a:ext cx="5007090" cy="411223"/>
      </dsp:txXfrm>
    </dsp:sp>
    <dsp:sp modelId="{FD1A97FC-3642-4640-8E3F-419C6A1C727D}">
      <dsp:nvSpPr>
        <dsp:cNvPr id="0" name=""/>
        <dsp:cNvSpPr/>
      </dsp:nvSpPr>
      <dsp:spPr>
        <a:xfrm>
          <a:off x="0" y="1278356"/>
          <a:ext cx="5051582" cy="455715"/>
        </a:xfrm>
        <a:prstGeom prst="roundRect">
          <a:avLst/>
        </a:prstGeom>
        <a:solidFill>
          <a:schemeClr val="accent5">
            <a:hueOff val="-1419125"/>
            <a:satOff val="5687"/>
            <a:lumOff val="123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Dependencies:</a:t>
          </a:r>
        </a:p>
      </dsp:txBody>
      <dsp:txXfrm>
        <a:off x="22246" y="1300602"/>
        <a:ext cx="5007090" cy="411223"/>
      </dsp:txXfrm>
    </dsp:sp>
    <dsp:sp modelId="{096ED5D0-B534-4F0B-8CC0-D03EFBFFA8F1}">
      <dsp:nvSpPr>
        <dsp:cNvPr id="0" name=""/>
        <dsp:cNvSpPr/>
      </dsp:nvSpPr>
      <dsp:spPr>
        <a:xfrm>
          <a:off x="0" y="1788791"/>
          <a:ext cx="5051582" cy="455715"/>
        </a:xfrm>
        <a:prstGeom prst="roundRect">
          <a:avLst/>
        </a:prstGeom>
        <a:solidFill>
          <a:schemeClr val="accent5">
            <a:hueOff val="-2838251"/>
            <a:satOff val="11375"/>
            <a:lumOff val="246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Tesseract OCR Engine</a:t>
          </a:r>
        </a:p>
      </dsp:txBody>
      <dsp:txXfrm>
        <a:off x="22246" y="1811037"/>
        <a:ext cx="5007090" cy="411223"/>
      </dsp:txXfrm>
    </dsp:sp>
    <dsp:sp modelId="{17092F6E-2E46-436E-AD0B-ED25856847FE}">
      <dsp:nvSpPr>
        <dsp:cNvPr id="0" name=""/>
        <dsp:cNvSpPr/>
      </dsp:nvSpPr>
      <dsp:spPr>
        <a:xfrm>
          <a:off x="0" y="2299226"/>
          <a:ext cx="5051582" cy="455715"/>
        </a:xfrm>
        <a:prstGeom prst="roundRect">
          <a:avLst/>
        </a:prstGeom>
        <a:solidFill>
          <a:schemeClr val="accent5">
            <a:hueOff val="-4257376"/>
            <a:satOff val="17062"/>
            <a:lumOff val="36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PyTesseract</a:t>
          </a:r>
        </a:p>
      </dsp:txBody>
      <dsp:txXfrm>
        <a:off x="22246" y="2321472"/>
        <a:ext cx="5007090" cy="411223"/>
      </dsp:txXfrm>
    </dsp:sp>
    <dsp:sp modelId="{58319971-BB6B-4A92-B653-9DAAC49C1AA9}">
      <dsp:nvSpPr>
        <dsp:cNvPr id="0" name=""/>
        <dsp:cNvSpPr/>
      </dsp:nvSpPr>
      <dsp:spPr>
        <a:xfrm>
          <a:off x="0" y="2809661"/>
          <a:ext cx="5051582" cy="455715"/>
        </a:xfrm>
        <a:prstGeom prst="roundRect">
          <a:avLst/>
        </a:prstGeom>
        <a:solidFill>
          <a:schemeClr val="accent5">
            <a:hueOff val="-5676501"/>
            <a:satOff val="22749"/>
            <a:lumOff val="49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OpenCV</a:t>
          </a:r>
        </a:p>
      </dsp:txBody>
      <dsp:txXfrm>
        <a:off x="22246" y="2831907"/>
        <a:ext cx="5007090" cy="411223"/>
      </dsp:txXfrm>
    </dsp:sp>
    <dsp:sp modelId="{0203FB15-84DE-4E28-BE8E-94B26D72755E}">
      <dsp:nvSpPr>
        <dsp:cNvPr id="0" name=""/>
        <dsp:cNvSpPr/>
      </dsp:nvSpPr>
      <dsp:spPr>
        <a:xfrm>
          <a:off x="0" y="3320096"/>
          <a:ext cx="5051582" cy="455715"/>
        </a:xfrm>
        <a:prstGeom prst="roundRect">
          <a:avLst/>
        </a:prstGeom>
        <a:solidFill>
          <a:schemeClr val="accent5">
            <a:hueOff val="-7095626"/>
            <a:satOff val="28436"/>
            <a:lumOff val="616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YOLOv3</a:t>
          </a:r>
        </a:p>
      </dsp:txBody>
      <dsp:txXfrm>
        <a:off x="22246" y="3342342"/>
        <a:ext cx="5007090" cy="411223"/>
      </dsp:txXfrm>
    </dsp:sp>
    <dsp:sp modelId="{EF1BE647-7FD7-4A74-BAF2-E58FB403326F}">
      <dsp:nvSpPr>
        <dsp:cNvPr id="0" name=""/>
        <dsp:cNvSpPr/>
      </dsp:nvSpPr>
      <dsp:spPr>
        <a:xfrm>
          <a:off x="0" y="3830530"/>
          <a:ext cx="5051582" cy="455715"/>
        </a:xfrm>
        <a:prstGeom prst="roundRect">
          <a:avLst/>
        </a:prstGeom>
        <a:solidFill>
          <a:schemeClr val="accent5">
            <a:hueOff val="-8514751"/>
            <a:satOff val="34124"/>
            <a:lumOff val="739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Model folder: Contains trained YOLOv3 weights.</a:t>
          </a:r>
        </a:p>
      </dsp:txBody>
      <dsp:txXfrm>
        <a:off x="22246" y="3852776"/>
        <a:ext cx="5007090" cy="411223"/>
      </dsp:txXfrm>
    </dsp:sp>
    <dsp:sp modelId="{CBF22226-7B20-48E2-A2D3-160636937D82}">
      <dsp:nvSpPr>
        <dsp:cNvPr id="0" name=""/>
        <dsp:cNvSpPr/>
      </dsp:nvSpPr>
      <dsp:spPr>
        <a:xfrm>
          <a:off x="0" y="4340966"/>
          <a:ext cx="5051582" cy="455715"/>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Input/Output storage: Google Drive </a:t>
          </a:r>
        </a:p>
      </dsp:txBody>
      <dsp:txXfrm>
        <a:off x="22246" y="4363212"/>
        <a:ext cx="5007090" cy="41122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D37025-A683-4CF4-A142-EF9688D106DC}">
      <dsp:nvSpPr>
        <dsp:cNvPr id="0" name=""/>
        <dsp:cNvSpPr/>
      </dsp:nvSpPr>
      <dsp:spPr>
        <a:xfrm>
          <a:off x="468272" y="3745"/>
          <a:ext cx="2171923" cy="1303153"/>
        </a:xfrm>
        <a:prstGeom prst="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1. Environment Setup (Colab )</a:t>
          </a:r>
        </a:p>
      </dsp:txBody>
      <dsp:txXfrm>
        <a:off x="468272" y="3745"/>
        <a:ext cx="2171923" cy="1303153"/>
      </dsp:txXfrm>
    </dsp:sp>
    <dsp:sp modelId="{97443F28-DC68-49D1-A847-28ED3279A5A5}">
      <dsp:nvSpPr>
        <dsp:cNvPr id="0" name=""/>
        <dsp:cNvSpPr/>
      </dsp:nvSpPr>
      <dsp:spPr>
        <a:xfrm>
          <a:off x="2857388" y="3745"/>
          <a:ext cx="2171923" cy="1303153"/>
        </a:xfrm>
        <a:prstGeom prst="rect">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2. Dataset Preparation and Annotation</a:t>
          </a:r>
        </a:p>
      </dsp:txBody>
      <dsp:txXfrm>
        <a:off x="2857388" y="3745"/>
        <a:ext cx="2171923" cy="1303153"/>
      </dsp:txXfrm>
    </dsp:sp>
    <dsp:sp modelId="{9DE17A26-AC32-4432-9EB9-0E0F019ACA13}">
      <dsp:nvSpPr>
        <dsp:cNvPr id="0" name=""/>
        <dsp:cNvSpPr/>
      </dsp:nvSpPr>
      <dsp:spPr>
        <a:xfrm>
          <a:off x="5246503" y="3745"/>
          <a:ext cx="2171923" cy="1303153"/>
        </a:xfrm>
        <a:prstGeom prst="rect">
          <a:avLst/>
        </a:prstGeom>
        <a:gradFill rotWithShape="0">
          <a:gsLst>
            <a:gs pos="0">
              <a:schemeClr val="accent4">
                <a:hueOff val="0"/>
                <a:satOff val="0"/>
                <a:lumOff val="0"/>
                <a:alphaOff val="0"/>
                <a:tint val="100000"/>
                <a:shade val="100000"/>
                <a:satMod val="130000"/>
              </a:schemeClr>
            </a:gs>
            <a:gs pos="100000">
              <a:schemeClr val="accent4">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3. YOLOv8 Model Training and Validation</a:t>
          </a:r>
        </a:p>
      </dsp:txBody>
      <dsp:txXfrm>
        <a:off x="5246503" y="3745"/>
        <a:ext cx="2171923" cy="1303153"/>
      </dsp:txXfrm>
    </dsp:sp>
    <dsp:sp modelId="{F9AE2D0D-901B-4025-81F2-1B59394EEBC7}">
      <dsp:nvSpPr>
        <dsp:cNvPr id="0" name=""/>
        <dsp:cNvSpPr/>
      </dsp:nvSpPr>
      <dsp:spPr>
        <a:xfrm>
          <a:off x="468272" y="1524092"/>
          <a:ext cx="2171923" cy="1303153"/>
        </a:xfrm>
        <a:prstGeom prst="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4. Object Detection and Cropping</a:t>
          </a:r>
        </a:p>
      </dsp:txBody>
      <dsp:txXfrm>
        <a:off x="468272" y="1524092"/>
        <a:ext cx="2171923" cy="1303153"/>
      </dsp:txXfrm>
    </dsp:sp>
    <dsp:sp modelId="{9977477C-FF52-4FF8-829B-3F6A32B46934}">
      <dsp:nvSpPr>
        <dsp:cNvPr id="0" name=""/>
        <dsp:cNvSpPr/>
      </dsp:nvSpPr>
      <dsp:spPr>
        <a:xfrm>
          <a:off x="2857388" y="1524092"/>
          <a:ext cx="2171923" cy="1303153"/>
        </a:xfrm>
        <a:prstGeom prst="rect">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5. Image Preprocessing and OCR using Tesseract</a:t>
          </a:r>
        </a:p>
      </dsp:txBody>
      <dsp:txXfrm>
        <a:off x="2857388" y="1524092"/>
        <a:ext cx="2171923" cy="1303153"/>
      </dsp:txXfrm>
    </dsp:sp>
    <dsp:sp modelId="{D91029CE-0556-457A-9CDE-A0E47F957917}">
      <dsp:nvSpPr>
        <dsp:cNvPr id="0" name=""/>
        <dsp:cNvSpPr/>
      </dsp:nvSpPr>
      <dsp:spPr>
        <a:xfrm>
          <a:off x="5246503" y="1524092"/>
          <a:ext cx="2171923" cy="1303153"/>
        </a:xfrm>
        <a:prstGeom prst="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6. Output Generation and Evaluation</a:t>
          </a:r>
        </a:p>
      </dsp:txBody>
      <dsp:txXfrm>
        <a:off x="5246503" y="1524092"/>
        <a:ext cx="2171923" cy="1303153"/>
      </dsp:txXfrm>
    </dsp:sp>
    <dsp:sp modelId="{7609AD35-5186-46EE-B500-52909A2FEA68}">
      <dsp:nvSpPr>
        <dsp:cNvPr id="0" name=""/>
        <dsp:cNvSpPr/>
      </dsp:nvSpPr>
      <dsp:spPr>
        <a:xfrm>
          <a:off x="2857388" y="3044438"/>
          <a:ext cx="2171923" cy="1303153"/>
        </a:xfrm>
        <a:prstGeom prst="rect">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7. Deployment and Cost Management</a:t>
          </a:r>
        </a:p>
      </dsp:txBody>
      <dsp:txXfrm>
        <a:off x="2857388" y="3044438"/>
        <a:ext cx="2171923" cy="130315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ECF47C-DDE3-43B1-8053-5E93AE106257}">
      <dsp:nvSpPr>
        <dsp:cNvPr id="0" name=""/>
        <dsp:cNvSpPr/>
      </dsp:nvSpPr>
      <dsp:spPr>
        <a:xfrm>
          <a:off x="2280144" y="1185451"/>
          <a:ext cx="492856" cy="91440"/>
        </a:xfrm>
        <a:custGeom>
          <a:avLst/>
          <a:gdLst/>
          <a:ahLst/>
          <a:cxnLst/>
          <a:rect l="0" t="0" r="0" b="0"/>
          <a:pathLst>
            <a:path>
              <a:moveTo>
                <a:pt x="0" y="45720"/>
              </a:moveTo>
              <a:lnTo>
                <a:pt x="492856"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13486" y="1228553"/>
        <a:ext cx="26172" cy="5234"/>
      </dsp:txXfrm>
    </dsp:sp>
    <dsp:sp modelId="{3C9BCE2B-AE97-47A2-9585-F65C01BB1781}">
      <dsp:nvSpPr>
        <dsp:cNvPr id="0" name=""/>
        <dsp:cNvSpPr/>
      </dsp:nvSpPr>
      <dsp:spPr>
        <a:xfrm>
          <a:off x="6045" y="548401"/>
          <a:ext cx="2275898" cy="1365538"/>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a:t>• Detect text regions using YOLOv3 bounding boxes.</a:t>
          </a:r>
        </a:p>
      </dsp:txBody>
      <dsp:txXfrm>
        <a:off x="6045" y="548401"/>
        <a:ext cx="2275898" cy="1365538"/>
      </dsp:txXfrm>
    </dsp:sp>
    <dsp:sp modelId="{57E4624F-6CCA-4801-A422-6CC43360575B}">
      <dsp:nvSpPr>
        <dsp:cNvPr id="0" name=""/>
        <dsp:cNvSpPr/>
      </dsp:nvSpPr>
      <dsp:spPr>
        <a:xfrm>
          <a:off x="5079499" y="1185451"/>
          <a:ext cx="492856" cy="91440"/>
        </a:xfrm>
        <a:custGeom>
          <a:avLst/>
          <a:gdLst/>
          <a:ahLst/>
          <a:cxnLst/>
          <a:rect l="0" t="0" r="0" b="0"/>
          <a:pathLst>
            <a:path>
              <a:moveTo>
                <a:pt x="0" y="45720"/>
              </a:moveTo>
              <a:lnTo>
                <a:pt x="492856" y="45720"/>
              </a:lnTo>
            </a:path>
          </a:pathLst>
        </a:custGeom>
        <a:noFill/>
        <a:ln w="9525" cap="flat" cmpd="sng" algn="ctr">
          <a:solidFill>
            <a:schemeClr val="accent2">
              <a:hueOff val="1170380"/>
              <a:satOff val="-1460"/>
              <a:lumOff val="343"/>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12841" y="1228553"/>
        <a:ext cx="26172" cy="5234"/>
      </dsp:txXfrm>
    </dsp:sp>
    <dsp:sp modelId="{52D27DFF-AA4D-4105-B716-C35160F3093F}">
      <dsp:nvSpPr>
        <dsp:cNvPr id="0" name=""/>
        <dsp:cNvSpPr/>
      </dsp:nvSpPr>
      <dsp:spPr>
        <a:xfrm>
          <a:off x="2805400" y="548401"/>
          <a:ext cx="2275898" cy="1365538"/>
        </a:xfrm>
        <a:prstGeom prst="rect">
          <a:avLst/>
        </a:prstGeom>
        <a:solidFill>
          <a:schemeClr val="accent2">
            <a:hueOff val="936304"/>
            <a:satOff val="-1168"/>
            <a:lumOff val="275"/>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a:t>• Crop and resize detected regions using OpenCV.</a:t>
          </a:r>
        </a:p>
      </dsp:txBody>
      <dsp:txXfrm>
        <a:off x="2805400" y="548401"/>
        <a:ext cx="2275898" cy="1365538"/>
      </dsp:txXfrm>
    </dsp:sp>
    <dsp:sp modelId="{01CE131E-A947-4344-AC9C-E79328650221}">
      <dsp:nvSpPr>
        <dsp:cNvPr id="0" name=""/>
        <dsp:cNvSpPr/>
      </dsp:nvSpPr>
      <dsp:spPr>
        <a:xfrm>
          <a:off x="1143995" y="1912140"/>
          <a:ext cx="5598709" cy="492856"/>
        </a:xfrm>
        <a:custGeom>
          <a:avLst/>
          <a:gdLst/>
          <a:ahLst/>
          <a:cxnLst/>
          <a:rect l="0" t="0" r="0" b="0"/>
          <a:pathLst>
            <a:path>
              <a:moveTo>
                <a:pt x="5598709" y="0"/>
              </a:moveTo>
              <a:lnTo>
                <a:pt x="5598709" y="263528"/>
              </a:lnTo>
              <a:lnTo>
                <a:pt x="0" y="263528"/>
              </a:lnTo>
              <a:lnTo>
                <a:pt x="0" y="492856"/>
              </a:lnTo>
            </a:path>
          </a:pathLst>
        </a:custGeom>
        <a:noFill/>
        <a:ln w="9525" cap="flat" cmpd="sng" algn="ctr">
          <a:solidFill>
            <a:schemeClr val="accent2">
              <a:hueOff val="2340759"/>
              <a:satOff val="-2919"/>
              <a:lumOff val="686"/>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02771" y="2155951"/>
        <a:ext cx="281156" cy="5234"/>
      </dsp:txXfrm>
    </dsp:sp>
    <dsp:sp modelId="{9E7EF652-FB62-4665-AA01-1284A23C54B2}">
      <dsp:nvSpPr>
        <dsp:cNvPr id="0" name=""/>
        <dsp:cNvSpPr/>
      </dsp:nvSpPr>
      <dsp:spPr>
        <a:xfrm>
          <a:off x="5604755" y="548401"/>
          <a:ext cx="2275898" cy="1365538"/>
        </a:xfrm>
        <a:prstGeom prst="rect">
          <a:avLst/>
        </a:prstGeom>
        <a:solidFill>
          <a:schemeClr val="accent2">
            <a:hueOff val="1872608"/>
            <a:satOff val="-2336"/>
            <a:lumOff val="549"/>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a:t>• Convert images to grayscale, apply Gaussian blur and threshold.</a:t>
          </a:r>
        </a:p>
      </dsp:txBody>
      <dsp:txXfrm>
        <a:off x="5604755" y="548401"/>
        <a:ext cx="2275898" cy="1365538"/>
      </dsp:txXfrm>
    </dsp:sp>
    <dsp:sp modelId="{A0E69C3D-92E3-4C41-8E22-10A9EA76B7CB}">
      <dsp:nvSpPr>
        <dsp:cNvPr id="0" name=""/>
        <dsp:cNvSpPr/>
      </dsp:nvSpPr>
      <dsp:spPr>
        <a:xfrm>
          <a:off x="2280144" y="3074446"/>
          <a:ext cx="492856" cy="91440"/>
        </a:xfrm>
        <a:custGeom>
          <a:avLst/>
          <a:gdLst/>
          <a:ahLst/>
          <a:cxnLst/>
          <a:rect l="0" t="0" r="0" b="0"/>
          <a:pathLst>
            <a:path>
              <a:moveTo>
                <a:pt x="0" y="45720"/>
              </a:moveTo>
              <a:lnTo>
                <a:pt x="492856" y="45720"/>
              </a:lnTo>
            </a:path>
          </a:pathLst>
        </a:custGeom>
        <a:noFill/>
        <a:ln w="9525" cap="flat" cmpd="sng" algn="ctr">
          <a:solidFill>
            <a:schemeClr val="accent2">
              <a:hueOff val="3511139"/>
              <a:satOff val="-4379"/>
              <a:lumOff val="103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13486" y="3117549"/>
        <a:ext cx="26172" cy="5234"/>
      </dsp:txXfrm>
    </dsp:sp>
    <dsp:sp modelId="{A6C4138A-83DB-4228-9767-B2DBED796BA1}">
      <dsp:nvSpPr>
        <dsp:cNvPr id="0" name=""/>
        <dsp:cNvSpPr/>
      </dsp:nvSpPr>
      <dsp:spPr>
        <a:xfrm>
          <a:off x="6045" y="2437397"/>
          <a:ext cx="2275898" cy="1365538"/>
        </a:xfrm>
        <a:prstGeom prst="rect">
          <a:avLst/>
        </a:prstGeom>
        <a:solidFill>
          <a:schemeClr val="accent2">
            <a:hueOff val="2808911"/>
            <a:satOff val="-3503"/>
            <a:lumOff val="824"/>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a:t>• Invert colors (bitwise_not) to optimize for Tesseract OCR.</a:t>
          </a:r>
        </a:p>
      </dsp:txBody>
      <dsp:txXfrm>
        <a:off x="6045" y="2437397"/>
        <a:ext cx="2275898" cy="1365538"/>
      </dsp:txXfrm>
    </dsp:sp>
    <dsp:sp modelId="{DEA0E834-FBF0-43B2-94ED-C21296E808CD}">
      <dsp:nvSpPr>
        <dsp:cNvPr id="0" name=""/>
        <dsp:cNvSpPr/>
      </dsp:nvSpPr>
      <dsp:spPr>
        <a:xfrm>
          <a:off x="5079499" y="3074446"/>
          <a:ext cx="492856" cy="91440"/>
        </a:xfrm>
        <a:custGeom>
          <a:avLst/>
          <a:gdLst/>
          <a:ahLst/>
          <a:cxnLst/>
          <a:rect l="0" t="0" r="0" b="0"/>
          <a:pathLst>
            <a:path>
              <a:moveTo>
                <a:pt x="0" y="45720"/>
              </a:moveTo>
              <a:lnTo>
                <a:pt x="492856" y="45720"/>
              </a:lnTo>
            </a:path>
          </a:pathLst>
        </a:custGeom>
        <a:noFill/>
        <a:ln w="9525" cap="flat" cmpd="sng" algn="ctr">
          <a:solidFill>
            <a:schemeClr val="accent2">
              <a:hueOff val="4681519"/>
              <a:satOff val="-5839"/>
              <a:lumOff val="1373"/>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12841" y="3117549"/>
        <a:ext cx="26172" cy="5234"/>
      </dsp:txXfrm>
    </dsp:sp>
    <dsp:sp modelId="{BEF60DEC-BED9-462C-8C8E-6F74A71605F8}">
      <dsp:nvSpPr>
        <dsp:cNvPr id="0" name=""/>
        <dsp:cNvSpPr/>
      </dsp:nvSpPr>
      <dsp:spPr>
        <a:xfrm>
          <a:off x="2805400" y="2437397"/>
          <a:ext cx="2275898" cy="1365538"/>
        </a:xfrm>
        <a:prstGeom prst="rect">
          <a:avLst/>
        </a:prstGeom>
        <a:solidFill>
          <a:schemeClr val="accent2">
            <a:hueOff val="3745215"/>
            <a:satOff val="-4671"/>
            <a:lumOff val="1098"/>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a:t>• Extract text and export results as CSV.</a:t>
          </a:r>
        </a:p>
      </dsp:txBody>
      <dsp:txXfrm>
        <a:off x="2805400" y="2437397"/>
        <a:ext cx="2275898" cy="1365538"/>
      </dsp:txXfrm>
    </dsp:sp>
    <dsp:sp modelId="{06F6F4D0-5261-4F6C-BE0A-06B98DCBD2C2}">
      <dsp:nvSpPr>
        <dsp:cNvPr id="0" name=""/>
        <dsp:cNvSpPr/>
      </dsp:nvSpPr>
      <dsp:spPr>
        <a:xfrm>
          <a:off x="5604755" y="2437397"/>
          <a:ext cx="2275898" cy="1365538"/>
        </a:xfrm>
        <a:prstGeom prst="rect">
          <a:avLst/>
        </a:prstGeom>
        <a:solidFill>
          <a:schemeClr val="accent2">
            <a:hueOff val="4681519"/>
            <a:satOff val="-5839"/>
            <a:lumOff val="1373"/>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a:t>• Validate and fine-tune for improved accuracy.</a:t>
          </a:r>
        </a:p>
      </dsp:txBody>
      <dsp:txXfrm>
        <a:off x="5604755" y="2437397"/>
        <a:ext cx="2275898" cy="136553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E043EB-9F47-4D5A-97BD-073897C895AA}">
      <dsp:nvSpPr>
        <dsp:cNvPr id="0" name=""/>
        <dsp:cNvSpPr/>
      </dsp:nvSpPr>
      <dsp:spPr>
        <a:xfrm>
          <a:off x="481140" y="1304654"/>
          <a:ext cx="783896" cy="78389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17C36AA-BE2B-45F9-8E53-3727B393C890}">
      <dsp:nvSpPr>
        <dsp:cNvPr id="0" name=""/>
        <dsp:cNvSpPr/>
      </dsp:nvSpPr>
      <dsp:spPr>
        <a:xfrm>
          <a:off x="2092" y="2349886"/>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kern="1200" dirty="0"/>
            <a:t>• Colab used for model training and experimentation.</a:t>
          </a:r>
        </a:p>
      </dsp:txBody>
      <dsp:txXfrm>
        <a:off x="2092" y="2349886"/>
        <a:ext cx="1741992" cy="696796"/>
      </dsp:txXfrm>
    </dsp:sp>
    <dsp:sp modelId="{D7E1EE8E-FEA1-40E6-A3B0-82A33BF56B48}">
      <dsp:nvSpPr>
        <dsp:cNvPr id="0" name=""/>
        <dsp:cNvSpPr/>
      </dsp:nvSpPr>
      <dsp:spPr>
        <a:xfrm>
          <a:off x="2527981" y="1304654"/>
          <a:ext cx="783896" cy="78389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E5E5D6D-E6EC-4CC1-A95A-049219B7CE68}">
      <dsp:nvSpPr>
        <dsp:cNvPr id="0" name=""/>
        <dsp:cNvSpPr/>
      </dsp:nvSpPr>
      <dsp:spPr>
        <a:xfrm>
          <a:off x="2048933" y="2349886"/>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kern="1200" dirty="0"/>
            <a:t>• Drive stores dataset, trained weights, and output files.</a:t>
          </a:r>
        </a:p>
      </dsp:txBody>
      <dsp:txXfrm>
        <a:off x="2048933" y="2349886"/>
        <a:ext cx="1741992" cy="696796"/>
      </dsp:txXfrm>
    </dsp:sp>
    <dsp:sp modelId="{DB799907-30D3-4663-8463-C540E59D1DA4}">
      <dsp:nvSpPr>
        <dsp:cNvPr id="0" name=""/>
        <dsp:cNvSpPr/>
      </dsp:nvSpPr>
      <dsp:spPr>
        <a:xfrm>
          <a:off x="4574822" y="1304654"/>
          <a:ext cx="783896" cy="78389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EC2B385-8544-410A-93F9-015BCC77828A}">
      <dsp:nvSpPr>
        <dsp:cNvPr id="0" name=""/>
        <dsp:cNvSpPr/>
      </dsp:nvSpPr>
      <dsp:spPr>
        <a:xfrm>
          <a:off x="4095774" y="2349886"/>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kern="1200"/>
            <a:t>• Ensures scalability and data persistence.</a:t>
          </a:r>
        </a:p>
      </dsp:txBody>
      <dsp:txXfrm>
        <a:off x="4095774" y="2349886"/>
        <a:ext cx="1741992" cy="696796"/>
      </dsp:txXfrm>
    </dsp:sp>
    <dsp:sp modelId="{DDF33FFA-BD7A-4900-AA4C-4D627083C0CB}">
      <dsp:nvSpPr>
        <dsp:cNvPr id="0" name=""/>
        <dsp:cNvSpPr/>
      </dsp:nvSpPr>
      <dsp:spPr>
        <a:xfrm>
          <a:off x="6621662" y="1304654"/>
          <a:ext cx="783896" cy="78389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9CFFF59-A52C-415F-AD50-2B6108C5FB58}">
      <dsp:nvSpPr>
        <dsp:cNvPr id="0" name=""/>
        <dsp:cNvSpPr/>
      </dsp:nvSpPr>
      <dsp:spPr>
        <a:xfrm>
          <a:off x="6142615" y="2349886"/>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kern="1200"/>
            <a:t>• Enables future automation and CI/CD pipelines.</a:t>
          </a:r>
        </a:p>
      </dsp:txBody>
      <dsp:txXfrm>
        <a:off x="6142615" y="2349886"/>
        <a:ext cx="1741992" cy="69679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067ADD-B976-4220-BFD7-D7CF0D06ED1F}">
      <dsp:nvSpPr>
        <dsp:cNvPr id="0" name=""/>
        <dsp:cNvSpPr/>
      </dsp:nvSpPr>
      <dsp:spPr>
        <a:xfrm>
          <a:off x="1767680" y="0"/>
          <a:ext cx="4351338" cy="4351338"/>
        </a:xfrm>
        <a:prstGeom prst="diamond">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ED18CAA5-937C-43CA-997D-D21F19576FF8}">
      <dsp:nvSpPr>
        <dsp:cNvPr id="0" name=""/>
        <dsp:cNvSpPr/>
      </dsp:nvSpPr>
      <dsp:spPr>
        <a:xfrm>
          <a:off x="2181058" y="413377"/>
          <a:ext cx="1697021" cy="1697021"/>
        </a:xfrm>
        <a:prstGeom prst="round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 Evaluate OCR output against ground truth data.</a:t>
          </a:r>
        </a:p>
      </dsp:txBody>
      <dsp:txXfrm>
        <a:off x="2263900" y="496219"/>
        <a:ext cx="1531337" cy="1531337"/>
      </dsp:txXfrm>
    </dsp:sp>
    <dsp:sp modelId="{F3DA848C-DB47-4305-AE90-DAB66F8C2327}">
      <dsp:nvSpPr>
        <dsp:cNvPr id="0" name=""/>
        <dsp:cNvSpPr/>
      </dsp:nvSpPr>
      <dsp:spPr>
        <a:xfrm>
          <a:off x="4008620" y="413377"/>
          <a:ext cx="1697021" cy="1697021"/>
        </a:xfrm>
        <a:prstGeom prst="roundRect">
          <a:avLst/>
        </a:prstGeom>
        <a:gradFill rotWithShape="0">
          <a:gsLst>
            <a:gs pos="0">
              <a:schemeClr val="accent2">
                <a:hueOff val="1560506"/>
                <a:satOff val="-1946"/>
                <a:lumOff val="458"/>
                <a:alphaOff val="0"/>
                <a:tint val="100000"/>
                <a:shade val="100000"/>
                <a:satMod val="130000"/>
              </a:schemeClr>
            </a:gs>
            <a:gs pos="100000">
              <a:schemeClr val="accent2">
                <a:hueOff val="1560506"/>
                <a:satOff val="-1946"/>
                <a:lumOff val="458"/>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 Measure detection and recognition accuracy.</a:t>
          </a:r>
        </a:p>
      </dsp:txBody>
      <dsp:txXfrm>
        <a:off x="4091462" y="496219"/>
        <a:ext cx="1531337" cy="1531337"/>
      </dsp:txXfrm>
    </dsp:sp>
    <dsp:sp modelId="{863C031A-56B5-42FD-B8EF-E0C68E857F73}">
      <dsp:nvSpPr>
        <dsp:cNvPr id="0" name=""/>
        <dsp:cNvSpPr/>
      </dsp:nvSpPr>
      <dsp:spPr>
        <a:xfrm>
          <a:off x="2181058" y="2240939"/>
          <a:ext cx="1697021" cy="1697021"/>
        </a:xfrm>
        <a:prstGeom prst="roundRect">
          <a:avLst/>
        </a:prstGeom>
        <a:gradFill rotWithShape="0">
          <a:gsLst>
            <a:gs pos="0">
              <a:schemeClr val="accent2">
                <a:hueOff val="3121013"/>
                <a:satOff val="-3893"/>
                <a:lumOff val="915"/>
                <a:alphaOff val="0"/>
                <a:tint val="100000"/>
                <a:shade val="100000"/>
                <a:satMod val="130000"/>
              </a:schemeClr>
            </a:gs>
            <a:gs pos="100000">
              <a:schemeClr val="accent2">
                <a:hueOff val="3121013"/>
                <a:satOff val="-3893"/>
                <a:lumOff val="915"/>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 Fine-tune YOLOv3 anchors and thresholds.</a:t>
          </a:r>
        </a:p>
      </dsp:txBody>
      <dsp:txXfrm>
        <a:off x="2263900" y="2323781"/>
        <a:ext cx="1531337" cy="1531337"/>
      </dsp:txXfrm>
    </dsp:sp>
    <dsp:sp modelId="{982AC6A3-6979-4ECE-A2ED-0FAEF7A8FE81}">
      <dsp:nvSpPr>
        <dsp:cNvPr id="0" name=""/>
        <dsp:cNvSpPr/>
      </dsp:nvSpPr>
      <dsp:spPr>
        <a:xfrm>
          <a:off x="4008620" y="2240939"/>
          <a:ext cx="1697021" cy="1697021"/>
        </a:xfrm>
        <a:prstGeom prst="roundRect">
          <a:avLst/>
        </a:prstGeom>
        <a:gradFill rotWithShape="0">
          <a:gsLst>
            <a:gs pos="0">
              <a:schemeClr val="accent2">
                <a:hueOff val="4681519"/>
                <a:satOff val="-5839"/>
                <a:lumOff val="1373"/>
                <a:alphaOff val="0"/>
                <a:tint val="100000"/>
                <a:shade val="100000"/>
                <a:satMod val="130000"/>
              </a:schemeClr>
            </a:gs>
            <a:gs pos="100000">
              <a:schemeClr val="accent2">
                <a:hueOff val="4681519"/>
                <a:satOff val="-5839"/>
                <a:lumOff val="1373"/>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 Optimize preprocessing for better Tesseract output.</a:t>
          </a:r>
        </a:p>
      </dsp:txBody>
      <dsp:txXfrm>
        <a:off x="4091462" y="2323781"/>
        <a:ext cx="1531337" cy="153133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809085-8239-4818-B6C5-D2FF97A4E912}">
      <dsp:nvSpPr>
        <dsp:cNvPr id="0" name=""/>
        <dsp:cNvSpPr/>
      </dsp:nvSpPr>
      <dsp:spPr>
        <a:xfrm>
          <a:off x="0" y="573683"/>
          <a:ext cx="2464593" cy="1478756"/>
        </a:xfrm>
        <a:prstGeom prst="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 Google Colab: Free GPU access for small projects.</a:t>
          </a:r>
        </a:p>
      </dsp:txBody>
      <dsp:txXfrm>
        <a:off x="0" y="573683"/>
        <a:ext cx="2464593" cy="1478756"/>
      </dsp:txXfrm>
    </dsp:sp>
    <dsp:sp modelId="{EEBDB5B7-6B4D-4E67-B333-ABE592730B5B}">
      <dsp:nvSpPr>
        <dsp:cNvPr id="0" name=""/>
        <dsp:cNvSpPr/>
      </dsp:nvSpPr>
      <dsp:spPr>
        <a:xfrm>
          <a:off x="2711053" y="573683"/>
          <a:ext cx="2464593" cy="1478756"/>
        </a:xfrm>
        <a:prstGeom prst="rect">
          <a:avLst/>
        </a:prstGeom>
        <a:gradFill rotWithShape="0">
          <a:gsLst>
            <a:gs pos="0">
              <a:schemeClr val="accent2">
                <a:hueOff val="1170380"/>
                <a:satOff val="-1460"/>
                <a:lumOff val="343"/>
                <a:alphaOff val="0"/>
                <a:tint val="100000"/>
                <a:shade val="100000"/>
                <a:satMod val="130000"/>
              </a:schemeClr>
            </a:gs>
            <a:gs pos="100000">
              <a:schemeClr val="accent2">
                <a:hueOff val="1170380"/>
                <a:satOff val="-1460"/>
                <a:lumOff val="343"/>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 Google Drive: 15 GB free storage.</a:t>
          </a:r>
        </a:p>
      </dsp:txBody>
      <dsp:txXfrm>
        <a:off x="2711053" y="573683"/>
        <a:ext cx="2464593" cy="1478756"/>
      </dsp:txXfrm>
    </dsp:sp>
    <dsp:sp modelId="{DA50DE4E-E8DD-4D6D-BA2F-C47195EB5987}">
      <dsp:nvSpPr>
        <dsp:cNvPr id="0" name=""/>
        <dsp:cNvSpPr/>
      </dsp:nvSpPr>
      <dsp:spPr>
        <a:xfrm>
          <a:off x="5422106" y="573683"/>
          <a:ext cx="2464593" cy="1478756"/>
        </a:xfrm>
        <a:prstGeom prst="rect">
          <a:avLst/>
        </a:prstGeom>
        <a:gradFill rotWithShape="0">
          <a:gsLst>
            <a:gs pos="0">
              <a:schemeClr val="accent2">
                <a:hueOff val="2340759"/>
                <a:satOff val="-2919"/>
                <a:lumOff val="686"/>
                <a:alphaOff val="0"/>
                <a:tint val="100000"/>
                <a:shade val="100000"/>
                <a:satMod val="130000"/>
              </a:schemeClr>
            </a:gs>
            <a:gs pos="100000">
              <a:schemeClr val="accent2">
                <a:hueOff val="2340759"/>
                <a:satOff val="-2919"/>
                <a:lumOff val="686"/>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 AWS SageMaker: Pay-as-you-go model.</a:t>
          </a:r>
        </a:p>
      </dsp:txBody>
      <dsp:txXfrm>
        <a:off x="5422106" y="573683"/>
        <a:ext cx="2464593" cy="1478756"/>
      </dsp:txXfrm>
    </dsp:sp>
    <dsp:sp modelId="{E31E83FE-95FA-481E-B86D-33D05E9221F0}">
      <dsp:nvSpPr>
        <dsp:cNvPr id="0" name=""/>
        <dsp:cNvSpPr/>
      </dsp:nvSpPr>
      <dsp:spPr>
        <a:xfrm>
          <a:off x="1355526" y="2298898"/>
          <a:ext cx="2464593" cy="1478756"/>
        </a:xfrm>
        <a:prstGeom prst="rect">
          <a:avLst/>
        </a:prstGeom>
        <a:gradFill rotWithShape="0">
          <a:gsLst>
            <a:gs pos="0">
              <a:schemeClr val="accent2">
                <a:hueOff val="3511139"/>
                <a:satOff val="-4379"/>
                <a:lumOff val="1030"/>
                <a:alphaOff val="0"/>
                <a:tint val="100000"/>
                <a:shade val="100000"/>
                <a:satMod val="130000"/>
              </a:schemeClr>
            </a:gs>
            <a:gs pos="100000">
              <a:schemeClr val="accent2">
                <a:hueOff val="3511139"/>
                <a:satOff val="-4379"/>
                <a:lumOff val="103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 Estimated Total Cost: $0 for small-scale testing.</a:t>
          </a:r>
        </a:p>
      </dsp:txBody>
      <dsp:txXfrm>
        <a:off x="1355526" y="2298898"/>
        <a:ext cx="2464593" cy="1478756"/>
      </dsp:txXfrm>
    </dsp:sp>
    <dsp:sp modelId="{9B8BC0DD-66F3-4939-80BD-CD9F04D6C167}">
      <dsp:nvSpPr>
        <dsp:cNvPr id="0" name=""/>
        <dsp:cNvSpPr/>
      </dsp:nvSpPr>
      <dsp:spPr>
        <a:xfrm>
          <a:off x="4066579" y="2298898"/>
          <a:ext cx="2464593" cy="1478756"/>
        </a:xfrm>
        <a:prstGeom prst="rect">
          <a:avLst/>
        </a:prstGeom>
        <a:gradFill rotWithShape="0">
          <a:gsLst>
            <a:gs pos="0">
              <a:schemeClr val="accent2">
                <a:hueOff val="4681519"/>
                <a:satOff val="-5839"/>
                <a:lumOff val="1373"/>
                <a:alphaOff val="0"/>
                <a:tint val="100000"/>
                <a:shade val="100000"/>
                <a:satMod val="130000"/>
              </a:schemeClr>
            </a:gs>
            <a:gs pos="100000">
              <a:schemeClr val="accent2">
                <a:hueOff val="4681519"/>
                <a:satOff val="-5839"/>
                <a:lumOff val="1373"/>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 Costs increase with larger datasets or higher-tier resources.</a:t>
          </a:r>
        </a:p>
      </dsp:txBody>
      <dsp:txXfrm>
        <a:off x="4066579" y="2298898"/>
        <a:ext cx="2464593" cy="147875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9CC63D-586C-4A85-AD85-053EF5705481}">
      <dsp:nvSpPr>
        <dsp:cNvPr id="0" name=""/>
        <dsp:cNvSpPr/>
      </dsp:nvSpPr>
      <dsp:spPr>
        <a:xfrm>
          <a:off x="0" y="3399"/>
          <a:ext cx="7886700" cy="724089"/>
        </a:xfrm>
        <a:prstGeom prst="roundRect">
          <a:avLst>
            <a:gd name="adj" fmla="val 1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5B3AD961-3C20-4704-9978-75D66EFC80BB}">
      <dsp:nvSpPr>
        <dsp:cNvPr id="0" name=""/>
        <dsp:cNvSpPr/>
      </dsp:nvSpPr>
      <dsp:spPr>
        <a:xfrm>
          <a:off x="219037" y="166319"/>
          <a:ext cx="398249" cy="3982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95D8309B-F4B1-4BF3-BF34-6412A3E1FA48}">
      <dsp:nvSpPr>
        <dsp:cNvPr id="0" name=""/>
        <dsp:cNvSpPr/>
      </dsp:nvSpPr>
      <dsp:spPr>
        <a:xfrm>
          <a:off x="836323" y="3399"/>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n-US" sz="1900" kern="1200"/>
            <a:t>Datasets	</a:t>
          </a:r>
        </a:p>
      </dsp:txBody>
      <dsp:txXfrm>
        <a:off x="836323" y="3399"/>
        <a:ext cx="7050376" cy="724089"/>
      </dsp:txXfrm>
    </dsp:sp>
    <dsp:sp modelId="{A8E48E28-0217-4412-9BE8-4E06CD79F8D3}">
      <dsp:nvSpPr>
        <dsp:cNvPr id="0" name=""/>
        <dsp:cNvSpPr/>
      </dsp:nvSpPr>
      <dsp:spPr>
        <a:xfrm>
          <a:off x="0" y="908511"/>
          <a:ext cx="7886700" cy="724089"/>
        </a:xfrm>
        <a:prstGeom prst="roundRect">
          <a:avLst>
            <a:gd name="adj" fmla="val 1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C9BE3A01-C1ED-40D1-9FDF-6F32B45A5AEE}">
      <dsp:nvSpPr>
        <dsp:cNvPr id="0" name=""/>
        <dsp:cNvSpPr/>
      </dsp:nvSpPr>
      <dsp:spPr>
        <a:xfrm>
          <a:off x="219037" y="1071431"/>
          <a:ext cx="398249" cy="3982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D23E8022-DE16-4D4B-A619-EF90410C3ED7}">
      <dsp:nvSpPr>
        <dsp:cNvPr id="0" name=""/>
        <dsp:cNvSpPr/>
      </dsp:nvSpPr>
      <dsp:spPr>
        <a:xfrm>
          <a:off x="836323" y="908511"/>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n-US" sz="1900" kern="1200"/>
            <a:t>Models	</a:t>
          </a:r>
        </a:p>
      </dsp:txBody>
      <dsp:txXfrm>
        <a:off x="836323" y="908511"/>
        <a:ext cx="7050376" cy="724089"/>
      </dsp:txXfrm>
    </dsp:sp>
    <dsp:sp modelId="{51A87364-95AE-4E20-B04A-D20DBC1DAE23}">
      <dsp:nvSpPr>
        <dsp:cNvPr id="0" name=""/>
        <dsp:cNvSpPr/>
      </dsp:nvSpPr>
      <dsp:spPr>
        <a:xfrm>
          <a:off x="0" y="1813624"/>
          <a:ext cx="7886700" cy="724089"/>
        </a:xfrm>
        <a:prstGeom prst="roundRect">
          <a:avLst>
            <a:gd name="adj" fmla="val 1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E297A8A0-2B3D-4A42-9351-35E6D7200252}">
      <dsp:nvSpPr>
        <dsp:cNvPr id="0" name=""/>
        <dsp:cNvSpPr/>
      </dsp:nvSpPr>
      <dsp:spPr>
        <a:xfrm>
          <a:off x="219037" y="1976544"/>
          <a:ext cx="398249" cy="3982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EDB97741-1F18-441F-86C5-CED5BAA24AF8}">
      <dsp:nvSpPr>
        <dsp:cNvPr id="0" name=""/>
        <dsp:cNvSpPr/>
      </dsp:nvSpPr>
      <dsp:spPr>
        <a:xfrm>
          <a:off x="836323" y="1813624"/>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n-US" sz="1900" kern="1200"/>
            <a:t> Results</a:t>
          </a:r>
        </a:p>
      </dsp:txBody>
      <dsp:txXfrm>
        <a:off x="836323" y="1813624"/>
        <a:ext cx="7050376" cy="724089"/>
      </dsp:txXfrm>
    </dsp:sp>
    <dsp:sp modelId="{6081DB55-59D9-4EA9-A4BD-8F2A8570EC28}">
      <dsp:nvSpPr>
        <dsp:cNvPr id="0" name=""/>
        <dsp:cNvSpPr/>
      </dsp:nvSpPr>
      <dsp:spPr>
        <a:xfrm>
          <a:off x="0" y="2718736"/>
          <a:ext cx="7886700" cy="724089"/>
        </a:xfrm>
        <a:prstGeom prst="roundRect">
          <a:avLst>
            <a:gd name="adj" fmla="val 1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EAF1AD7D-5831-4D34-825A-C6E4C3792346}">
      <dsp:nvSpPr>
        <dsp:cNvPr id="0" name=""/>
        <dsp:cNvSpPr/>
      </dsp:nvSpPr>
      <dsp:spPr>
        <a:xfrm>
          <a:off x="219037" y="2881656"/>
          <a:ext cx="398249" cy="3982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9F7FA805-9B9D-4084-A873-BDA4EBB72C8D}">
      <dsp:nvSpPr>
        <dsp:cNvPr id="0" name=""/>
        <dsp:cNvSpPr/>
      </dsp:nvSpPr>
      <dsp:spPr>
        <a:xfrm>
          <a:off x="836323" y="2718736"/>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n-US" sz="1900" kern="1200"/>
            <a:t>raw</a:t>
          </a:r>
        </a:p>
      </dsp:txBody>
      <dsp:txXfrm>
        <a:off x="836323" y="2718736"/>
        <a:ext cx="7050376" cy="724089"/>
      </dsp:txXfrm>
    </dsp:sp>
    <dsp:sp modelId="{8C81D4CA-B5E7-4FE1-A4D9-A6E37874BEED}">
      <dsp:nvSpPr>
        <dsp:cNvPr id="0" name=""/>
        <dsp:cNvSpPr/>
      </dsp:nvSpPr>
      <dsp:spPr>
        <a:xfrm>
          <a:off x="0" y="3623848"/>
          <a:ext cx="7886700" cy="724089"/>
        </a:xfrm>
        <a:prstGeom prst="roundRect">
          <a:avLst>
            <a:gd name="adj" fmla="val 1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B56B15DB-BA32-402A-AB23-D8EAC151EE6D}">
      <dsp:nvSpPr>
        <dsp:cNvPr id="0" name=""/>
        <dsp:cNvSpPr/>
      </dsp:nvSpPr>
      <dsp:spPr>
        <a:xfrm>
          <a:off x="219037" y="3786768"/>
          <a:ext cx="398249" cy="39824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5DF3B0BD-4E08-4852-B2A5-3A39688DF56E}">
      <dsp:nvSpPr>
        <dsp:cNvPr id="0" name=""/>
        <dsp:cNvSpPr/>
      </dsp:nvSpPr>
      <dsp:spPr>
        <a:xfrm>
          <a:off x="836323" y="3623848"/>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n-US" sz="1900" kern="1200"/>
            <a:t>Object names and YoLo weights </a:t>
          </a:r>
        </a:p>
      </dsp:txBody>
      <dsp:txXfrm>
        <a:off x="836323" y="3623848"/>
        <a:ext cx="7050376" cy="724089"/>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ctrTitle"/>
          </p:nvPr>
        </p:nvSpPr>
        <p:spPr>
          <a:xfrm>
            <a:off x="642085" y="583345"/>
            <a:ext cx="8216685" cy="4164820"/>
          </a:xfrm>
        </p:spPr>
        <p:txBody>
          <a:bodyPr anchor="t">
            <a:normAutofit/>
          </a:bodyPr>
          <a:lstStyle/>
          <a:p>
            <a:pPr algn="r">
              <a:lnSpc>
                <a:spcPct val="90000"/>
              </a:lnSpc>
            </a:pPr>
            <a:br>
              <a:rPr lang="en-US" sz="3500" dirty="0"/>
            </a:br>
            <a:r>
              <a:rPr lang="en-US" sz="3500" dirty="0">
                <a:solidFill>
                  <a:schemeClr val="bg1"/>
                </a:solidFill>
              </a:rPr>
              <a:t>Custom Object Character Recognition (OCR) using YOLOv3 and Tesseract on AWS</a:t>
            </a:r>
          </a:p>
        </p:txBody>
      </p:sp>
      <p:sp>
        <p:nvSpPr>
          <p:cNvPr id="1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05769" y="583345"/>
            <a:ext cx="10427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74854" y="812640"/>
            <a:ext cx="68353"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94114" y="1037066"/>
            <a:ext cx="95785"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6" name="Straight Connector 1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2085"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8"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7318" y="5636680"/>
            <a:ext cx="113652"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20"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33881" y="6096759"/>
            <a:ext cx="81469"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5716" y="6238029"/>
            <a:ext cx="7181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
        <p:nvSpPr>
          <p:cNvPr id="4" name="TextBox 3">
            <a:extLst>
              <a:ext uri="{FF2B5EF4-FFF2-40B4-BE49-F238E27FC236}">
                <a16:creationId xmlns:a16="http://schemas.microsoft.com/office/drawing/2014/main" id="{B3BECB83-8B69-1204-52FE-7CD8BB9C2997}"/>
              </a:ext>
            </a:extLst>
          </p:cNvPr>
          <p:cNvSpPr txBox="1"/>
          <p:nvPr/>
        </p:nvSpPr>
        <p:spPr>
          <a:xfrm>
            <a:off x="2038525" y="478172"/>
            <a:ext cx="3573710" cy="630942"/>
          </a:xfrm>
          <a:prstGeom prst="rect">
            <a:avLst/>
          </a:prstGeom>
          <a:noFill/>
        </p:spPr>
        <p:txBody>
          <a:bodyPr wrap="square" rtlCol="0">
            <a:spAutoFit/>
          </a:bodyPr>
          <a:lstStyle/>
          <a:p>
            <a:r>
              <a:rPr lang="en-IN" sz="3500" dirty="0"/>
              <a:t>           </a:t>
            </a:r>
            <a:r>
              <a:rPr lang="en-IN" sz="3500" dirty="0">
                <a:solidFill>
                  <a:schemeClr val="bg1"/>
                </a:solidFill>
              </a:rPr>
              <a:t>PROJECT-10</a:t>
            </a:r>
          </a:p>
        </p:txBody>
      </p:sp>
      <p:sp>
        <p:nvSpPr>
          <p:cNvPr id="6" name="Subtitle 5">
            <a:extLst>
              <a:ext uri="{FF2B5EF4-FFF2-40B4-BE49-F238E27FC236}">
                <a16:creationId xmlns:a16="http://schemas.microsoft.com/office/drawing/2014/main" id="{3AF337C0-633E-768D-60CE-D575C9A23AEE}"/>
              </a:ext>
            </a:extLst>
          </p:cNvPr>
          <p:cNvSpPr>
            <a:spLocks noGrp="1"/>
          </p:cNvSpPr>
          <p:nvPr>
            <p:ph type="subTitle" idx="1"/>
          </p:nvPr>
        </p:nvSpPr>
        <p:spPr/>
        <p:txBody>
          <a:bodyPr/>
          <a:lstStyle/>
          <a:p>
            <a:r>
              <a:rPr lang="en-US" dirty="0" err="1">
                <a:highlight>
                  <a:srgbClr val="00FF00"/>
                </a:highlight>
              </a:rPr>
              <a:t>Name:Dhruv</a:t>
            </a:r>
            <a:r>
              <a:rPr lang="en-US" dirty="0">
                <a:highlight>
                  <a:srgbClr val="00FF00"/>
                </a:highlight>
              </a:rPr>
              <a:t> Godhasara</a:t>
            </a:r>
          </a:p>
          <a:p>
            <a:endParaRPr lang="en-US" dirty="0">
              <a:highlight>
                <a:srgbClr val="00FF00"/>
              </a:highlight>
            </a:endParaRPr>
          </a:p>
          <a:p>
            <a:r>
              <a:rPr lang="en-US" dirty="0" err="1">
                <a:highlight>
                  <a:srgbClr val="00FF00"/>
                </a:highlight>
              </a:rPr>
              <a:t>NextHikeITSolutions</a:t>
            </a:r>
            <a:endParaRPr lang="en-US" dirty="0">
              <a:highlight>
                <a:srgbClr val="00FF00"/>
              </a:highlight>
            </a:endParaRPr>
          </a:p>
          <a:p>
            <a:endParaRPr lang="en-IN" dirty="0">
              <a:highlight>
                <a:srgbClr val="00FF00"/>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n-IN" sz="3500"/>
              <a:t>Introduction</a:t>
            </a:r>
          </a:p>
        </p:txBody>
      </p:sp>
      <p:sp>
        <p:nvSpPr>
          <p:cNvPr id="3" name="Content Placeholder 2"/>
          <p:cNvSpPr>
            <a:spLocks noGrp="1"/>
          </p:cNvSpPr>
          <p:nvPr>
            <p:ph idx="1"/>
          </p:nvPr>
        </p:nvSpPr>
        <p:spPr>
          <a:xfrm>
            <a:off x="571351" y="2743200"/>
            <a:ext cx="3485179" cy="3613149"/>
          </a:xfrm>
        </p:spPr>
        <p:txBody>
          <a:bodyPr anchor="ctr">
            <a:normAutofit/>
          </a:bodyPr>
          <a:lstStyle/>
          <a:p>
            <a:r>
              <a:rPr lang="en-US" sz="1700"/>
              <a:t>This project focuses on building a Custom OCR system that combines YOLOv3 and Tesseract to read specific contents from lab reports and convert them into editable text files. The solution integrates AWS (SageMaker &amp; S3) and Google Colab for model training, validation, and deployment.</a:t>
            </a:r>
          </a:p>
        </p:txBody>
      </p:sp>
      <p:pic>
        <p:nvPicPr>
          <p:cNvPr id="5" name="Picture 4">
            <a:extLst>
              <a:ext uri="{FF2B5EF4-FFF2-40B4-BE49-F238E27FC236}">
                <a16:creationId xmlns:a16="http://schemas.microsoft.com/office/drawing/2014/main" id="{A46B940E-0EDC-E320-7B25-DFA092B8F3E9}"/>
              </a:ext>
            </a:extLst>
          </p:cNvPr>
          <p:cNvPicPr>
            <a:picLocks noChangeAspect="1"/>
          </p:cNvPicPr>
          <p:nvPr/>
        </p:nvPicPr>
        <p:blipFill>
          <a:blip r:embed="rId2"/>
          <a:srcRect l="3437" r="52013" b="-2"/>
          <a:stretch>
            <a:fillRect/>
          </a:stretch>
        </p:blipFill>
        <p:spPr>
          <a:xfrm>
            <a:off x="4572000" y="1"/>
            <a:ext cx="4577118"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Rectangle 31">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IN" sz="3500">
                <a:solidFill>
                  <a:srgbClr val="FFFFFF"/>
                </a:solidFill>
              </a:rPr>
              <a:t>Objectives</a:t>
            </a:r>
          </a:p>
        </p:txBody>
      </p:sp>
      <p:graphicFrame>
        <p:nvGraphicFramePr>
          <p:cNvPr id="5" name="Content Placeholder 2">
            <a:extLst>
              <a:ext uri="{FF2B5EF4-FFF2-40B4-BE49-F238E27FC236}">
                <a16:creationId xmlns:a16="http://schemas.microsoft.com/office/drawing/2014/main" id="{E4961807-94DD-0074-1E43-EAF748E05777}"/>
              </a:ext>
            </a:extLst>
          </p:cNvPr>
          <p:cNvGraphicFramePr>
            <a:graphicFrameLocks noGrp="1"/>
          </p:cNvGraphicFramePr>
          <p:nvPr>
            <p:ph idx="1"/>
            <p:extLst>
              <p:ext uri="{D42A27DB-BD31-4B8C-83A1-F6EECF244321}">
                <p14:modId xmlns:p14="http://schemas.microsoft.com/office/powerpoint/2010/main" val="2090609290"/>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5A632B-B15A-489E-8337-BC0F40DBC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c 10">
            <a:extLst>
              <a:ext uri="{FF2B5EF4-FFF2-40B4-BE49-F238E27FC236}">
                <a16:creationId xmlns:a16="http://schemas.microsoft.com/office/drawing/2014/main" id="{6E895C8D-1379-40B8-8B1B-B6F5AEAF0A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78946" y="859948"/>
            <a:ext cx="2240924"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628650" y="643467"/>
            <a:ext cx="2213403" cy="5571066"/>
          </a:xfrm>
        </p:spPr>
        <p:txBody>
          <a:bodyPr>
            <a:normAutofit/>
          </a:bodyPr>
          <a:lstStyle/>
          <a:p>
            <a:r>
              <a:rPr lang="en-IN" sz="2400">
                <a:solidFill>
                  <a:srgbClr val="FFFFFF"/>
                </a:solidFill>
              </a:rPr>
              <a:t>Data and Dependencies</a:t>
            </a:r>
          </a:p>
        </p:txBody>
      </p:sp>
      <p:sp>
        <p:nvSpPr>
          <p:cNvPr id="13" name="Rectangle: Rounded Corners 12">
            <a:extLst>
              <a:ext uri="{FF2B5EF4-FFF2-40B4-BE49-F238E27FC236}">
                <a16:creationId xmlns:a16="http://schemas.microsoft.com/office/drawing/2014/main" id="{651547D7-AD18-407B-A5F4-F8225B5DCF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64089" y="434266"/>
            <a:ext cx="5413275" cy="5922084"/>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46960F4C-5923-6103-D169-0CC97CA787D5}"/>
              </a:ext>
            </a:extLst>
          </p:cNvPr>
          <p:cNvGraphicFramePr>
            <a:graphicFrameLocks noGrp="1"/>
          </p:cNvGraphicFramePr>
          <p:nvPr>
            <p:ph idx="1"/>
            <p:extLst>
              <p:ext uri="{D42A27DB-BD31-4B8C-83A1-F6EECF244321}">
                <p14:modId xmlns:p14="http://schemas.microsoft.com/office/powerpoint/2010/main" val="3735951431"/>
              </p:ext>
            </p:extLst>
          </p:nvPr>
        </p:nvGraphicFramePr>
        <p:xfrm>
          <a:off x="3572933" y="609600"/>
          <a:ext cx="5051582" cy="55646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904E070-24E4-DFD4-0B35-B52EB7EC2D3C}"/>
              </a:ext>
            </a:extLst>
          </p:cNvPr>
          <p:cNvPicPr>
            <a:picLocks noChangeAspect="1"/>
          </p:cNvPicPr>
          <p:nvPr/>
        </p:nvPicPr>
        <p:blipFill>
          <a:blip r:embed="rId2">
            <a:duotone>
              <a:schemeClr val="bg2">
                <a:shade val="45000"/>
                <a:satMod val="135000"/>
              </a:schemeClr>
              <a:prstClr val="white"/>
            </a:duotone>
          </a:blip>
          <a:srcRect r="7666"/>
          <a:stretch>
            <a:fillRect/>
          </a:stretch>
        </p:blipFill>
        <p:spPr>
          <a:xfrm>
            <a:off x="20" y="10"/>
            <a:ext cx="9143980" cy="6857990"/>
          </a:xfrm>
          <a:prstGeom prst="rect">
            <a:avLst/>
          </a:prstGeom>
        </p:spPr>
      </p:pic>
      <p:sp>
        <p:nvSpPr>
          <p:cNvPr id="17" name="Rectangle 16">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IN"/>
              <a:t>Workflow Overview</a:t>
            </a:r>
          </a:p>
        </p:txBody>
      </p:sp>
      <p:graphicFrame>
        <p:nvGraphicFramePr>
          <p:cNvPr id="5" name="Content Placeholder 2">
            <a:extLst>
              <a:ext uri="{FF2B5EF4-FFF2-40B4-BE49-F238E27FC236}">
                <a16:creationId xmlns:a16="http://schemas.microsoft.com/office/drawing/2014/main" id="{06423525-FCC4-17CB-2376-8597292DECF5}"/>
              </a:ext>
            </a:extLst>
          </p:cNvPr>
          <p:cNvGraphicFramePr>
            <a:graphicFrameLocks noGrp="1"/>
          </p:cNvGraphicFramePr>
          <p:nvPr>
            <p:ph idx="1"/>
            <p:extLst>
              <p:ext uri="{D42A27DB-BD31-4B8C-83A1-F6EECF244321}">
                <p14:modId xmlns:p14="http://schemas.microsoft.com/office/powerpoint/2010/main" val="318787421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87581B1-0DCB-87BF-22CB-9A8678B7B844}"/>
              </a:ext>
            </a:extLst>
          </p:cNvPr>
          <p:cNvPicPr>
            <a:picLocks noChangeAspect="1"/>
          </p:cNvPicPr>
          <p:nvPr/>
        </p:nvPicPr>
        <p:blipFill>
          <a:blip r:embed="rId2">
            <a:duotone>
              <a:schemeClr val="bg2">
                <a:shade val="45000"/>
                <a:satMod val="135000"/>
              </a:schemeClr>
              <a:prstClr val="white"/>
            </a:duotone>
          </a:blip>
          <a:srcRect l="9993" r="1006" b="-1"/>
          <a:stretch>
            <a:fillRect/>
          </a:stretch>
        </p:blipFill>
        <p:spPr>
          <a:xfrm>
            <a:off x="20" y="10"/>
            <a:ext cx="9143980" cy="6857990"/>
          </a:xfrm>
          <a:prstGeom prst="rect">
            <a:avLst/>
          </a:prstGeom>
        </p:spPr>
      </p:pic>
      <p:sp>
        <p:nvSpPr>
          <p:cNvPr id="13" name="Rectangle 12">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IN"/>
              <a:t>Step-by-Step Implementation</a:t>
            </a:r>
          </a:p>
        </p:txBody>
      </p:sp>
      <p:graphicFrame>
        <p:nvGraphicFramePr>
          <p:cNvPr id="14" name="Content Placeholder 2">
            <a:extLst>
              <a:ext uri="{FF2B5EF4-FFF2-40B4-BE49-F238E27FC236}">
                <a16:creationId xmlns:a16="http://schemas.microsoft.com/office/drawing/2014/main" id="{38794713-9232-8393-405A-D8F1E6528A34}"/>
              </a:ext>
            </a:extLst>
          </p:cNvPr>
          <p:cNvGraphicFramePr>
            <a:graphicFrameLocks noGrp="1"/>
          </p:cNvGraphicFramePr>
          <p:nvPr>
            <p:ph idx="1"/>
            <p:extLst>
              <p:ext uri="{D42A27DB-BD31-4B8C-83A1-F6EECF244321}">
                <p14:modId xmlns:p14="http://schemas.microsoft.com/office/powerpoint/2010/main" val="3105194355"/>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459863"/>
            <a:ext cx="7886700" cy="1004594"/>
          </a:xfrm>
        </p:spPr>
        <p:txBody>
          <a:bodyPr>
            <a:normAutofit/>
          </a:bodyPr>
          <a:lstStyle/>
          <a:p>
            <a:r>
              <a:rPr lang="en-IN" dirty="0">
                <a:solidFill>
                  <a:srgbClr val="FFFFFF"/>
                </a:solidFill>
              </a:rPr>
              <a:t>AWS Integration</a:t>
            </a: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4622" y="1587970"/>
            <a:ext cx="8274756"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Content Placeholder 2">
            <a:extLst>
              <a:ext uri="{FF2B5EF4-FFF2-40B4-BE49-F238E27FC236}">
                <a16:creationId xmlns:a16="http://schemas.microsoft.com/office/drawing/2014/main" id="{53EC8BE9-1F37-78CC-9D08-BDEA8D569FED}"/>
              </a:ext>
            </a:extLst>
          </p:cNvPr>
          <p:cNvGraphicFramePr>
            <a:graphicFrameLocks noGrp="1"/>
          </p:cNvGraphicFramePr>
          <p:nvPr>
            <p:ph idx="1"/>
            <p:extLst>
              <p:ext uri="{D42A27DB-BD31-4B8C-83A1-F6EECF244321}">
                <p14:modId xmlns:p14="http://schemas.microsoft.com/office/powerpoint/2010/main" val="3062361208"/>
              </p:ext>
            </p:extLst>
          </p:nvPr>
        </p:nvGraphicFramePr>
        <p:xfrm>
          <a:off x="628650" y="1800911"/>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B7ACF6A-3355-43F0-D0E0-49CA95845BC8}"/>
              </a:ext>
            </a:extLst>
          </p:cNvPr>
          <p:cNvPicPr>
            <a:picLocks noChangeAspect="1"/>
          </p:cNvPicPr>
          <p:nvPr/>
        </p:nvPicPr>
        <p:blipFill>
          <a:blip r:embed="rId2">
            <a:duotone>
              <a:schemeClr val="bg2">
                <a:shade val="45000"/>
                <a:satMod val="135000"/>
              </a:schemeClr>
              <a:prstClr val="white"/>
            </a:duotone>
          </a:blip>
          <a:srcRect l="4830" r="4170" b="1"/>
          <a:stretch>
            <a:fillRect/>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t>Evaluation and Optimization</a:t>
            </a:r>
          </a:p>
        </p:txBody>
      </p:sp>
      <p:graphicFrame>
        <p:nvGraphicFramePr>
          <p:cNvPr id="5" name="Content Placeholder 2">
            <a:extLst>
              <a:ext uri="{FF2B5EF4-FFF2-40B4-BE49-F238E27FC236}">
                <a16:creationId xmlns:a16="http://schemas.microsoft.com/office/drawing/2014/main" id="{60A960C0-0678-0764-810E-B0C739614B70}"/>
              </a:ext>
            </a:extLst>
          </p:cNvPr>
          <p:cNvGraphicFramePr>
            <a:graphicFrameLocks noGrp="1"/>
          </p:cNvGraphicFramePr>
          <p:nvPr>
            <p:ph idx="1"/>
            <p:extLst>
              <p:ext uri="{D42A27DB-BD31-4B8C-83A1-F6EECF244321}">
                <p14:modId xmlns:p14="http://schemas.microsoft.com/office/powerpoint/2010/main" val="4266825751"/>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E9615D8-96FC-F850-2AD5-BB42D3017EBF}"/>
              </a:ext>
            </a:extLst>
          </p:cNvPr>
          <p:cNvPicPr>
            <a:picLocks noChangeAspect="1"/>
          </p:cNvPicPr>
          <p:nvPr/>
        </p:nvPicPr>
        <p:blipFill>
          <a:blip r:embed="rId2"/>
          <a:srcRect/>
          <a:stretch>
            <a:fillRect/>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7601"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628650" y="365125"/>
            <a:ext cx="7886700" cy="1325563"/>
          </a:xfrm>
        </p:spPr>
        <p:txBody>
          <a:bodyPr>
            <a:normAutofit/>
          </a:bodyPr>
          <a:lstStyle/>
          <a:p>
            <a:r>
              <a:t>Cost Management</a:t>
            </a:r>
          </a:p>
        </p:txBody>
      </p:sp>
      <p:graphicFrame>
        <p:nvGraphicFramePr>
          <p:cNvPr id="5" name="Content Placeholder 2">
            <a:extLst>
              <a:ext uri="{FF2B5EF4-FFF2-40B4-BE49-F238E27FC236}">
                <a16:creationId xmlns:a16="http://schemas.microsoft.com/office/drawing/2014/main" id="{15B0E48D-7192-FE20-F582-9CC29BEA663A}"/>
              </a:ext>
            </a:extLst>
          </p:cNvPr>
          <p:cNvGraphicFramePr>
            <a:graphicFrameLocks noGrp="1"/>
          </p:cNvGraphicFramePr>
          <p:nvPr>
            <p:ph idx="1"/>
            <p:extLst>
              <p:ext uri="{D42A27DB-BD31-4B8C-83A1-F6EECF244321}">
                <p14:modId xmlns:p14="http://schemas.microsoft.com/office/powerpoint/2010/main" val="2660876827"/>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99B17-0FB6-B17D-E2BD-FB6B41B66FC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9FA5A54-BC3D-275F-0494-72C27CEB363F}"/>
              </a:ext>
            </a:extLst>
          </p:cNvPr>
          <p:cNvPicPr>
            <a:picLocks noChangeAspect="1"/>
          </p:cNvPicPr>
          <p:nvPr/>
        </p:nvPicPr>
        <p:blipFill>
          <a:blip r:embed="rId2"/>
          <a:srcRect/>
          <a:stretch>
            <a:fillRect/>
          </a:stretch>
        </p:blipFill>
        <p:spPr>
          <a:xfrm>
            <a:off x="20" y="10"/>
            <a:ext cx="9143980" cy="6857990"/>
          </a:xfrm>
          <a:prstGeom prst="rect">
            <a:avLst/>
          </a:prstGeom>
        </p:spPr>
      </p:pic>
      <p:sp>
        <p:nvSpPr>
          <p:cNvPr id="2" name="Title 1">
            <a:extLst>
              <a:ext uri="{FF2B5EF4-FFF2-40B4-BE49-F238E27FC236}">
                <a16:creationId xmlns:a16="http://schemas.microsoft.com/office/drawing/2014/main" id="{91C9E5E5-97EC-7222-C16D-53A74BB14B97}"/>
              </a:ext>
            </a:extLst>
          </p:cNvPr>
          <p:cNvSpPr>
            <a:spLocks noGrp="1"/>
          </p:cNvSpPr>
          <p:nvPr>
            <p:ph type="title"/>
          </p:nvPr>
        </p:nvSpPr>
        <p:spPr>
          <a:xfrm>
            <a:off x="628650" y="365125"/>
            <a:ext cx="7886700" cy="1325563"/>
          </a:xfrm>
        </p:spPr>
        <p:txBody>
          <a:bodyPr>
            <a:normAutofit/>
          </a:bodyPr>
          <a:lstStyle/>
          <a:p>
            <a:r>
              <a:rPr lang="en-IN" u="sng" dirty="0"/>
              <a:t>Final Google Drive Structure</a:t>
            </a:r>
            <a:endParaRPr u="sng" dirty="0"/>
          </a:p>
        </p:txBody>
      </p:sp>
      <p:graphicFrame>
        <p:nvGraphicFramePr>
          <p:cNvPr id="5" name="Content Placeholder 2">
            <a:extLst>
              <a:ext uri="{FF2B5EF4-FFF2-40B4-BE49-F238E27FC236}">
                <a16:creationId xmlns:a16="http://schemas.microsoft.com/office/drawing/2014/main" id="{EA6E18AC-8168-76F8-26BD-014F26975BD4}"/>
              </a:ext>
            </a:extLst>
          </p:cNvPr>
          <p:cNvGraphicFramePr>
            <a:graphicFrameLocks noGrp="1"/>
          </p:cNvGraphicFramePr>
          <p:nvPr>
            <p:ph idx="1"/>
            <p:extLst>
              <p:ext uri="{D42A27DB-BD31-4B8C-83A1-F6EECF244321}">
                <p14:modId xmlns:p14="http://schemas.microsoft.com/office/powerpoint/2010/main" val="61200635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FE7F8D8E-F3C4-04E5-11C2-4A529B41A71C}"/>
              </a:ext>
            </a:extLst>
          </p:cNvPr>
          <p:cNvSpPr txBox="1"/>
          <p:nvPr/>
        </p:nvSpPr>
        <p:spPr>
          <a:xfrm>
            <a:off x="3028426" y="1690688"/>
            <a:ext cx="3322040" cy="553998"/>
          </a:xfrm>
          <a:prstGeom prst="rect">
            <a:avLst/>
          </a:prstGeom>
          <a:noFill/>
        </p:spPr>
        <p:txBody>
          <a:bodyPr wrap="square" rtlCol="0">
            <a:spAutoFit/>
          </a:bodyPr>
          <a:lstStyle/>
          <a:p>
            <a:r>
              <a:rPr lang="en-IN" sz="3000" u="sng" dirty="0">
                <a:solidFill>
                  <a:schemeClr val="bg1"/>
                </a:solidFill>
              </a:rPr>
              <a:t>Custom OCR Project</a:t>
            </a:r>
          </a:p>
        </p:txBody>
      </p:sp>
    </p:spTree>
    <p:extLst>
      <p:ext uri="{BB962C8B-B14F-4D97-AF65-F5344CB8AC3E}">
        <p14:creationId xmlns:p14="http://schemas.microsoft.com/office/powerpoint/2010/main" val="16519771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22632" y="1922631"/>
            <a:ext cx="6875818" cy="3030558"/>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3321" y="3165298"/>
            <a:ext cx="4355594" cy="302895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42858" y="2085760"/>
            <a:ext cx="6857572" cy="268605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161554" y="1712395"/>
            <a:ext cx="4808302"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CF9E1B6-8FC7-EAB6-63E4-8B0CC593E9A5}"/>
              </a:ext>
            </a:extLst>
          </p:cNvPr>
          <p:cNvSpPr>
            <a:spLocks noGrp="1"/>
          </p:cNvSpPr>
          <p:nvPr>
            <p:ph type="title"/>
          </p:nvPr>
        </p:nvSpPr>
        <p:spPr>
          <a:xfrm>
            <a:off x="495030" y="2767106"/>
            <a:ext cx="2160621" cy="3071906"/>
          </a:xfrm>
        </p:spPr>
        <p:txBody>
          <a:bodyPr vert="horz" lIns="91440" tIns="45720" rIns="91440" bIns="45720" rtlCol="0" anchor="t">
            <a:normAutofit/>
          </a:bodyPr>
          <a:lstStyle/>
          <a:p>
            <a:pPr algn="l" defTabSz="914400">
              <a:lnSpc>
                <a:spcPct val="90000"/>
              </a:lnSpc>
            </a:pPr>
            <a:r>
              <a:rPr lang="en-US" sz="3500" kern="1200" dirty="0">
                <a:solidFill>
                  <a:srgbClr val="FFFFFF"/>
                </a:solidFill>
                <a:latin typeface="+mj-lt"/>
                <a:ea typeface="+mj-ea"/>
                <a:cs typeface="+mj-cs"/>
              </a:rPr>
              <a:t>Final Result Folder </a:t>
            </a:r>
          </a:p>
        </p:txBody>
      </p:sp>
      <p:pic>
        <p:nvPicPr>
          <p:cNvPr id="5" name="Content Placeholder 4" descr="A screenshot of a computer&#10;&#10;AI-generated content may be incorrect.">
            <a:extLst>
              <a:ext uri="{FF2B5EF4-FFF2-40B4-BE49-F238E27FC236}">
                <a16:creationId xmlns:a16="http://schemas.microsoft.com/office/drawing/2014/main" id="{394CF3C0-0ADB-97F2-CD8E-805319705BBC}"/>
              </a:ext>
            </a:extLst>
          </p:cNvPr>
          <p:cNvPicPr>
            <a:picLocks noGrp="1" noChangeAspect="1"/>
          </p:cNvPicPr>
          <p:nvPr>
            <p:ph idx="1"/>
          </p:nvPr>
        </p:nvPicPr>
        <p:blipFill>
          <a:blip r:embed="rId2"/>
          <a:stretch>
            <a:fillRect/>
          </a:stretch>
        </p:blipFill>
        <p:spPr>
          <a:xfrm>
            <a:off x="3376821" y="1904818"/>
            <a:ext cx="5419311" cy="3766140"/>
          </a:xfrm>
          <a:prstGeom prst="rect">
            <a:avLst/>
          </a:prstGeom>
        </p:spPr>
      </p:pic>
    </p:spTree>
    <p:extLst>
      <p:ext uri="{BB962C8B-B14F-4D97-AF65-F5344CB8AC3E}">
        <p14:creationId xmlns:p14="http://schemas.microsoft.com/office/powerpoint/2010/main" val="8370731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E6001EF-7F19-BD0C-A46D-617B02F41A36}"/>
              </a:ext>
            </a:extLst>
          </p:cNvPr>
          <p:cNvSpPr>
            <a:spLocks noGrp="1"/>
          </p:cNvSpPr>
          <p:nvPr>
            <p:ph type="body" idx="1"/>
          </p:nvPr>
        </p:nvSpPr>
        <p:spPr>
          <a:xfrm>
            <a:off x="2504114" y="436036"/>
            <a:ext cx="7772400" cy="1500187"/>
          </a:xfrm>
        </p:spPr>
        <p:txBody>
          <a:bodyPr>
            <a:normAutofit/>
          </a:bodyPr>
          <a:lstStyle/>
          <a:p>
            <a:r>
              <a:rPr lang="en-IN" sz="3500" u="sng" dirty="0">
                <a:solidFill>
                  <a:schemeClr val="tx1"/>
                </a:solidFill>
              </a:rPr>
              <a:t>Final OCR output </a:t>
            </a:r>
          </a:p>
        </p:txBody>
      </p:sp>
      <p:pic>
        <p:nvPicPr>
          <p:cNvPr id="5" name="Picture 4">
            <a:extLst>
              <a:ext uri="{FF2B5EF4-FFF2-40B4-BE49-F238E27FC236}">
                <a16:creationId xmlns:a16="http://schemas.microsoft.com/office/drawing/2014/main" id="{3C884538-E40F-087E-A476-2845D194A982}"/>
              </a:ext>
            </a:extLst>
          </p:cNvPr>
          <p:cNvPicPr>
            <a:picLocks noChangeAspect="1"/>
          </p:cNvPicPr>
          <p:nvPr/>
        </p:nvPicPr>
        <p:blipFill>
          <a:blip r:embed="rId2"/>
          <a:stretch>
            <a:fillRect/>
          </a:stretch>
        </p:blipFill>
        <p:spPr>
          <a:xfrm>
            <a:off x="92462" y="2553048"/>
            <a:ext cx="8558801" cy="3635459"/>
          </a:xfrm>
          <a:prstGeom prst="rect">
            <a:avLst/>
          </a:prstGeom>
        </p:spPr>
      </p:pic>
    </p:spTree>
    <p:extLst>
      <p:ext uri="{BB962C8B-B14F-4D97-AF65-F5344CB8AC3E}">
        <p14:creationId xmlns:p14="http://schemas.microsoft.com/office/powerpoint/2010/main" val="1777964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0"/>
            <a:ext cx="9143998"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559294"/>
            <a:ext cx="9143998" cy="6298279"/>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428"/>
            <a:ext cx="4572000" cy="6858000"/>
          </a:xfrm>
          <a:prstGeom prst="rect">
            <a:avLst/>
          </a:prstGeom>
          <a:gradFill>
            <a:gsLst>
              <a:gs pos="13000">
                <a:srgbClr val="000000">
                  <a:alpha val="72000"/>
                </a:srgbClr>
              </a:gs>
              <a:gs pos="99000">
                <a:schemeClr val="accent1">
                  <a:lumMod val="50000"/>
                  <a:alpha val="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4EB233D8-A7B3-CF5F-FF29-A17D10B42754}"/>
              </a:ext>
            </a:extLst>
          </p:cNvPr>
          <p:cNvSpPr>
            <a:spLocks noGrp="1"/>
          </p:cNvSpPr>
          <p:nvPr>
            <p:ph type="body" idx="1"/>
          </p:nvPr>
        </p:nvSpPr>
        <p:spPr>
          <a:xfrm>
            <a:off x="1143000" y="2214188"/>
            <a:ext cx="6858000" cy="492440"/>
          </a:xfrm>
        </p:spPr>
        <p:txBody>
          <a:bodyPr vert="horz" lIns="91440" tIns="45720" rIns="91440" bIns="45720" rtlCol="0">
            <a:normAutofit/>
          </a:bodyPr>
          <a:lstStyle/>
          <a:p>
            <a:pPr algn="ctr" defTabSz="914400">
              <a:lnSpc>
                <a:spcPct val="90000"/>
              </a:lnSpc>
              <a:spcBef>
                <a:spcPts val="1000"/>
              </a:spcBef>
            </a:pPr>
            <a:r>
              <a:rPr lang="en-US" sz="1700" dirty="0">
                <a:solidFill>
                  <a:srgbClr val="FFFFFF"/>
                </a:solidFill>
              </a:rPr>
              <a:t>STREAMLIT APP VIEW </a:t>
            </a:r>
          </a:p>
        </p:txBody>
      </p:sp>
      <p:sp>
        <p:nvSpPr>
          <p:cNvPr id="18" name="Freeform: Shape 17">
            <a:extLst>
              <a:ext uri="{FF2B5EF4-FFF2-40B4-BE49-F238E27FC236}">
                <a16:creationId xmlns:a16="http://schemas.microsoft.com/office/drawing/2014/main" id="{32B3ACB3-D689-442E-8A40-8680B0FEB8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539257" y="1506860"/>
            <a:ext cx="4065484" cy="6636797"/>
          </a:xfrm>
          <a:custGeom>
            <a:avLst/>
            <a:gdLst>
              <a:gd name="connsiteX0" fmla="*/ 0 w 4065484"/>
              <a:gd name="connsiteY0" fmla="*/ 4424531 h 8849062"/>
              <a:gd name="connsiteX1" fmla="*/ 3899197 w 4065484"/>
              <a:gd name="connsiteY1" fmla="*/ 8840480 h 8849062"/>
              <a:gd name="connsiteX2" fmla="*/ 4065484 w 4065484"/>
              <a:gd name="connsiteY2" fmla="*/ 8849062 h 8849062"/>
              <a:gd name="connsiteX3" fmla="*/ 4065483 w 4065484"/>
              <a:gd name="connsiteY3" fmla="*/ 0 h 8849062"/>
              <a:gd name="connsiteX4" fmla="*/ 3899197 w 4065484"/>
              <a:gd name="connsiteY4" fmla="*/ 8581 h 8849062"/>
              <a:gd name="connsiteX5" fmla="*/ 0 w 4065484"/>
              <a:gd name="connsiteY5" fmla="*/ 4424531 h 884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5484" h="8849062">
                <a:moveTo>
                  <a:pt x="0" y="4424531"/>
                </a:moveTo>
                <a:cubicBezTo>
                  <a:pt x="0" y="6722831"/>
                  <a:pt x="1709076" y="8613167"/>
                  <a:pt x="3899197" y="8840480"/>
                </a:cubicBezTo>
                <a:lnTo>
                  <a:pt x="4065484" y="8849062"/>
                </a:lnTo>
                <a:lnTo>
                  <a:pt x="4065483" y="0"/>
                </a:lnTo>
                <a:lnTo>
                  <a:pt x="3899197" y="8581"/>
                </a:lnTo>
                <a:cubicBezTo>
                  <a:pt x="1709075" y="235897"/>
                  <a:pt x="0" y="2126232"/>
                  <a:pt x="0" y="4424531"/>
                </a:cubicBezTo>
                <a:close/>
              </a:path>
            </a:pathLst>
          </a:custGeom>
          <a:gradFill flip="none" rotWithShape="1">
            <a:gsLst>
              <a:gs pos="0">
                <a:schemeClr val="accent1">
                  <a:alpha val="5000"/>
                </a:schemeClr>
              </a:gs>
              <a:gs pos="68000">
                <a:schemeClr val="accent1">
                  <a:alpha val="15000"/>
                </a:schemeClr>
              </a:gs>
            </a:gsLst>
            <a:lin ang="21594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screenshot of a computer&#10;&#10;AI-generated content may be incorrect.">
            <a:extLst>
              <a:ext uri="{FF2B5EF4-FFF2-40B4-BE49-F238E27FC236}">
                <a16:creationId xmlns:a16="http://schemas.microsoft.com/office/drawing/2014/main" id="{5B8BD148-7971-83AD-2696-FE3C1779E132}"/>
              </a:ext>
            </a:extLst>
          </p:cNvPr>
          <p:cNvPicPr>
            <a:picLocks noChangeAspect="1"/>
          </p:cNvPicPr>
          <p:nvPr/>
        </p:nvPicPr>
        <p:blipFill>
          <a:blip r:embed="rId2"/>
          <a:srcRect l="1728" r="7794" b="-2"/>
          <a:stretch>
            <a:fillRect/>
          </a:stretch>
        </p:blipFill>
        <p:spPr>
          <a:xfrm>
            <a:off x="1757476" y="3351745"/>
            <a:ext cx="5639669" cy="3506255"/>
          </a:xfrm>
          <a:custGeom>
            <a:avLst/>
            <a:gdLst/>
            <a:ahLst/>
            <a:cxnLst/>
            <a:rect l="l" t="t" r="r" b="b"/>
            <a:pathLst>
              <a:path w="7519558" h="3506255">
                <a:moveTo>
                  <a:pt x="3759779" y="0"/>
                </a:moveTo>
                <a:cubicBezTo>
                  <a:pt x="5713450" y="0"/>
                  <a:pt x="7320331" y="1484777"/>
                  <a:pt x="7513560" y="3387468"/>
                </a:cubicBezTo>
                <a:lnTo>
                  <a:pt x="7519558" y="3506255"/>
                </a:lnTo>
                <a:lnTo>
                  <a:pt x="0" y="3506255"/>
                </a:lnTo>
                <a:lnTo>
                  <a:pt x="5998" y="3387468"/>
                </a:lnTo>
                <a:cubicBezTo>
                  <a:pt x="199227" y="1484777"/>
                  <a:pt x="1806109" y="0"/>
                  <a:pt x="3759779" y="0"/>
                </a:cubicBezTo>
                <a:close/>
              </a:path>
            </a:pathLst>
          </a:custGeom>
        </p:spPr>
      </p:pic>
    </p:spTree>
    <p:extLst>
      <p:ext uri="{BB962C8B-B14F-4D97-AF65-F5344CB8AC3E}">
        <p14:creationId xmlns:p14="http://schemas.microsoft.com/office/powerpoint/2010/main" val="2692589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4168866" cy="1325563"/>
          </a:xfrm>
        </p:spPr>
        <p:txBody>
          <a:bodyPr>
            <a:normAutofit/>
          </a:bodyPr>
          <a:lstStyle/>
          <a:p>
            <a:r>
              <a:rPr lang="en-IN"/>
              <a:t>Conclusion</a:t>
            </a:r>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628650" y="1825625"/>
            <a:ext cx="4168866" cy="4351338"/>
          </a:xfrm>
        </p:spPr>
        <p:txBody>
          <a:bodyPr>
            <a:normAutofit/>
          </a:bodyPr>
          <a:lstStyle/>
          <a:p>
            <a:pPr>
              <a:lnSpc>
                <a:spcPct val="90000"/>
              </a:lnSpc>
            </a:pPr>
            <a:r>
              <a:rPr lang="en-US" sz="2500" dirty="0"/>
              <a:t>This project demonstrates the integration of YOLOv3 and Tesseract for custom OCR on lab reports. Using  Colab ensures flexibility, cost efficiency, and scalability. Further improvements can include better OCR preprocessing, language model correction, and end-to-end deployment pipelines.</a:t>
            </a:r>
          </a:p>
        </p:txBody>
      </p:sp>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2624479"/>
            <a:ext cx="609320"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85863" y="1516981"/>
            <a:ext cx="2387600" cy="17907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0"/>
            <a:ext cx="1736438"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9347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4162" y="4112081"/>
            <a:ext cx="889838"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4565205" y="4145122"/>
            <a:ext cx="3062574"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4962670"/>
            <a:ext cx="1982514"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F9CBE3F-79A8-4F8F-88D9-DAD03D0D28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extBox 1">
            <a:extLst>
              <a:ext uri="{FF2B5EF4-FFF2-40B4-BE49-F238E27FC236}">
                <a16:creationId xmlns:a16="http://schemas.microsoft.com/office/drawing/2014/main" id="{0670679F-285B-68CE-4CE5-C6009CEAAF02}"/>
              </a:ext>
            </a:extLst>
          </p:cNvPr>
          <p:cNvSpPr txBox="1"/>
          <p:nvPr/>
        </p:nvSpPr>
        <p:spPr>
          <a:xfrm>
            <a:off x="1141522" y="1209220"/>
            <a:ext cx="6860955" cy="2337238"/>
          </a:xfrm>
          <a:prstGeom prst="rect">
            <a:avLst/>
          </a:prstGeom>
        </p:spPr>
        <p:txBody>
          <a:bodyPr vert="horz" lIns="91440" tIns="45720" rIns="91440" bIns="45720" rtlCol="0" anchor="b">
            <a:normAutofit/>
          </a:bodyPr>
          <a:lstStyle/>
          <a:p>
            <a:pPr algn="ctr" defTabSz="914400">
              <a:lnSpc>
                <a:spcPct val="90000"/>
              </a:lnSpc>
              <a:spcBef>
                <a:spcPct val="0"/>
              </a:spcBef>
              <a:spcAft>
                <a:spcPts val="600"/>
              </a:spcAft>
            </a:pPr>
            <a:r>
              <a:rPr lang="en-US" sz="4900" kern="1200" dirty="0">
                <a:solidFill>
                  <a:srgbClr val="FFFFFF"/>
                </a:solidFill>
                <a:latin typeface="+mj-lt"/>
                <a:ea typeface="+mj-ea"/>
                <a:cs typeface="+mj-cs"/>
              </a:rPr>
              <a:t>THANK YOU </a:t>
            </a:r>
          </a:p>
        </p:txBody>
      </p:sp>
      <p:sp>
        <p:nvSpPr>
          <p:cNvPr id="9"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6401" y="2383077"/>
            <a:ext cx="113652"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11"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3273" y="2265467"/>
            <a:ext cx="10427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3"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8625" y="2537201"/>
            <a:ext cx="95786"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sp>
        <p:nvSpPr>
          <p:cNvPr id="15"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039" y="2832967"/>
            <a:ext cx="71820"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
        <p:nvSpPr>
          <p:cNvPr id="17"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9199" y="2803988"/>
            <a:ext cx="68354"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9"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0053" y="3242499"/>
            <a:ext cx="81469"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cxnSp>
        <p:nvCxnSpPr>
          <p:cNvPr id="21" name="Straight Connector 20">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831729"/>
            <a:ext cx="9141714"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B67B0AC-2375-C2AA-C0F1-3796BA738746}"/>
              </a:ext>
            </a:extLst>
          </p:cNvPr>
          <p:cNvSpPr txBox="1"/>
          <p:nvPr/>
        </p:nvSpPr>
        <p:spPr>
          <a:xfrm>
            <a:off x="1060053" y="4555119"/>
            <a:ext cx="4592972" cy="1015663"/>
          </a:xfrm>
          <a:prstGeom prst="rect">
            <a:avLst/>
          </a:prstGeom>
          <a:noFill/>
        </p:spPr>
        <p:txBody>
          <a:bodyPr wrap="square">
            <a:spAutoFit/>
          </a:bodyPr>
          <a:lstStyle/>
          <a:p>
            <a:r>
              <a:rPr lang="en-US" sz="2000" dirty="0"/>
              <a:t>"From Pixels to Words: Automating Information Extraction with YOLOv3 and OCR."</a:t>
            </a:r>
            <a:endParaRPr lang="en-IN" sz="2000" dirty="0"/>
          </a:p>
        </p:txBody>
      </p:sp>
    </p:spTree>
    <p:extLst>
      <p:ext uri="{BB962C8B-B14F-4D97-AF65-F5344CB8AC3E}">
        <p14:creationId xmlns:p14="http://schemas.microsoft.com/office/powerpoint/2010/main" val="38029809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64</TotalTime>
  <Words>490</Words>
  <Application>Microsoft Office PowerPoint</Application>
  <PresentationFormat>On-screen Show (4:3)</PresentationFormat>
  <Paragraphs>67</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 Custom Object Character Recognition (OCR) using YOLOv3 and Tesseract on AWS</vt:lpstr>
      <vt:lpstr>Introduction</vt:lpstr>
      <vt:lpstr>Objectives</vt:lpstr>
      <vt:lpstr>Data and Dependencies</vt:lpstr>
      <vt:lpstr>Workflow Overview</vt:lpstr>
      <vt:lpstr>Step-by-Step Implementation</vt:lpstr>
      <vt:lpstr>AWS Integration</vt:lpstr>
      <vt:lpstr>Evaluation and Optimization</vt:lpstr>
      <vt:lpstr>Cost Management</vt:lpstr>
      <vt:lpstr>Final Google Drive Structure</vt:lpstr>
      <vt:lpstr>Final Result Folder </vt:lpstr>
      <vt:lpstr>PowerPoint Presentation</vt:lpstr>
      <vt:lpstr>PowerPoint Presentation</vt:lpstr>
      <vt:lpstr>Conclusion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Dhruv Godhasara</cp:lastModifiedBy>
  <cp:revision>28</cp:revision>
  <dcterms:created xsi:type="dcterms:W3CDTF">2013-01-27T09:14:16Z</dcterms:created>
  <dcterms:modified xsi:type="dcterms:W3CDTF">2026-02-04T16:09:38Z</dcterms:modified>
  <cp:category/>
</cp:coreProperties>
</file>